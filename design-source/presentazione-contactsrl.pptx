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2"/>
  </p:notesMasterIdLst>
  <p:sldIdLst>
    <p:sldId id="355" r:id="rId4"/>
    <p:sldId id="357" r:id="rId5"/>
    <p:sldId id="358" r:id="rId6"/>
    <p:sldId id="360" r:id="rId7"/>
    <p:sldId id="361" r:id="rId8"/>
    <p:sldId id="362" r:id="rId9"/>
    <p:sldId id="363" r:id="rId10"/>
    <p:sldId id="34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6DA6"/>
    <a:srgbClr val="0085C2"/>
    <a:srgbClr val="01A5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12611C-8F42-4A88-BF2C-3F14A15A3A2D}"/>
              </a:ext>
            </a:extLst>
          </p:cNvPr>
          <p:cNvSpPr/>
          <p:nvPr userDrawn="1"/>
        </p:nvSpPr>
        <p:spPr>
          <a:xfrm>
            <a:off x="4200072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6E1EE68-F749-4414-A326-ABFB18D5E9AF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5002832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46C86-7BD4-4931-8982-4954A955A0D2}"/>
              </a:ext>
            </a:extLst>
          </p:cNvPr>
          <p:cNvSpPr/>
          <p:nvPr userDrawn="1"/>
        </p:nvSpPr>
        <p:spPr>
          <a:xfrm>
            <a:off x="7997604" y="1086699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4938B100-7DB2-4283-A72B-BFBB92152E89}"/>
              </a:ext>
            </a:extLst>
          </p:cNvPr>
          <p:cNvSpPr>
            <a:spLocks noGrp="1"/>
          </p:cNvSpPr>
          <p:nvPr>
            <p:ph type="pic" idx="24" hasCustomPrompt="1"/>
          </p:nvPr>
        </p:nvSpPr>
        <p:spPr>
          <a:xfrm>
            <a:off x="8800364" y="352527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A0F9E1-604E-4D14-8F49-BC5799DEC58C}"/>
              </a:ext>
            </a:extLst>
          </p:cNvPr>
          <p:cNvSpPr/>
          <p:nvPr userDrawn="1"/>
        </p:nvSpPr>
        <p:spPr>
          <a:xfrm>
            <a:off x="4200072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14D57A3-AC8C-481C-AFAC-A9FCFB199B2D}"/>
              </a:ext>
            </a:extLst>
          </p:cNvPr>
          <p:cNvSpPr>
            <a:spLocks noGrp="1"/>
          </p:cNvSpPr>
          <p:nvPr>
            <p:ph type="pic" idx="25" hasCustomPrompt="1"/>
          </p:nvPr>
        </p:nvSpPr>
        <p:spPr>
          <a:xfrm>
            <a:off x="5002832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C6AC5-F655-4421-A219-B2F76C6CA2FD}"/>
              </a:ext>
            </a:extLst>
          </p:cNvPr>
          <p:cNvSpPr/>
          <p:nvPr userDrawn="1"/>
        </p:nvSpPr>
        <p:spPr>
          <a:xfrm>
            <a:off x="7997604" y="4248150"/>
            <a:ext cx="3290634" cy="21602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BA2332AA-B2D0-4A28-A218-73EE3FE44954}"/>
              </a:ext>
            </a:extLst>
          </p:cNvPr>
          <p:cNvSpPr>
            <a:spLocks noGrp="1"/>
          </p:cNvSpPr>
          <p:nvPr>
            <p:ph type="pic" idx="26" hasCustomPrompt="1"/>
          </p:nvPr>
        </p:nvSpPr>
        <p:spPr>
          <a:xfrm>
            <a:off x="8800364" y="3513978"/>
            <a:ext cx="1685114" cy="1755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8824B83C-4516-440E-B27E-09F0426F6C97}"/>
              </a:ext>
            </a:extLst>
          </p:cNvPr>
          <p:cNvSpPr>
            <a:spLocks noGrp="1"/>
          </p:cNvSpPr>
          <p:nvPr>
            <p:ph type="pic" idx="23" hasCustomPrompt="1"/>
          </p:nvPr>
        </p:nvSpPr>
        <p:spPr>
          <a:xfrm>
            <a:off x="1" y="2"/>
            <a:ext cx="12191999" cy="6877477"/>
          </a:xfrm>
          <a:custGeom>
            <a:avLst/>
            <a:gdLst>
              <a:gd name="connsiteX0" fmla="*/ 11053396 w 12191999"/>
              <a:gd name="connsiteY0" fmla="*/ 5847975 h 6877477"/>
              <a:gd name="connsiteX1" fmla="*/ 12034143 w 12191999"/>
              <a:gd name="connsiteY1" fmla="*/ 6828722 h 6877477"/>
              <a:gd name="connsiteX2" fmla="*/ 11985388 w 12191999"/>
              <a:gd name="connsiteY2" fmla="*/ 6877477 h 6877477"/>
              <a:gd name="connsiteX3" fmla="*/ 10121403 w 12191999"/>
              <a:gd name="connsiteY3" fmla="*/ 6877477 h 6877477"/>
              <a:gd name="connsiteX4" fmla="*/ 10072648 w 12191999"/>
              <a:gd name="connsiteY4" fmla="*/ 6828722 h 6877477"/>
              <a:gd name="connsiteX5" fmla="*/ 12182376 w 12191999"/>
              <a:gd name="connsiteY5" fmla="*/ 4716808 h 6877477"/>
              <a:gd name="connsiteX6" fmla="*/ 12191999 w 12191999"/>
              <a:gd name="connsiteY6" fmla="*/ 4726431 h 6877477"/>
              <a:gd name="connsiteX7" fmla="*/ 12191999 w 12191999"/>
              <a:gd name="connsiteY7" fmla="*/ 6668679 h 6877477"/>
              <a:gd name="connsiteX8" fmla="*/ 12182376 w 12191999"/>
              <a:gd name="connsiteY8" fmla="*/ 6678302 h 6877477"/>
              <a:gd name="connsiteX9" fmla="*/ 11201628 w 12191999"/>
              <a:gd name="connsiteY9" fmla="*/ 5697555 h 6877477"/>
              <a:gd name="connsiteX10" fmla="*/ 9949130 w 12191999"/>
              <a:gd name="connsiteY10" fmla="*/ 4716808 h 6877477"/>
              <a:gd name="connsiteX11" fmla="*/ 10929877 w 12191999"/>
              <a:gd name="connsiteY11" fmla="*/ 5697555 h 6877477"/>
              <a:gd name="connsiteX12" fmla="*/ 9949130 w 12191999"/>
              <a:gd name="connsiteY12" fmla="*/ 6678302 h 6877477"/>
              <a:gd name="connsiteX13" fmla="*/ 8968382 w 12191999"/>
              <a:gd name="connsiteY13" fmla="*/ 5697555 h 6877477"/>
              <a:gd name="connsiteX14" fmla="*/ 11053396 w 12191999"/>
              <a:gd name="connsiteY14" fmla="*/ 3580491 h 6877477"/>
              <a:gd name="connsiteX15" fmla="*/ 12034143 w 12191999"/>
              <a:gd name="connsiteY15" fmla="*/ 4561237 h 6877477"/>
              <a:gd name="connsiteX16" fmla="*/ 11053396 w 12191999"/>
              <a:gd name="connsiteY16" fmla="*/ 5541984 h 6877477"/>
              <a:gd name="connsiteX17" fmla="*/ 10072648 w 12191999"/>
              <a:gd name="connsiteY17" fmla="*/ 4561237 h 6877477"/>
              <a:gd name="connsiteX18" fmla="*/ 8844864 w 12191999"/>
              <a:gd name="connsiteY18" fmla="*/ 3580491 h 6877477"/>
              <a:gd name="connsiteX19" fmla="*/ 9825611 w 12191999"/>
              <a:gd name="connsiteY19" fmla="*/ 4561237 h 6877477"/>
              <a:gd name="connsiteX20" fmla="*/ 8844864 w 12191999"/>
              <a:gd name="connsiteY20" fmla="*/ 5541984 h 6877477"/>
              <a:gd name="connsiteX21" fmla="*/ 7864116 w 12191999"/>
              <a:gd name="connsiteY21" fmla="*/ 4561237 h 6877477"/>
              <a:gd name="connsiteX22" fmla="*/ 10739 w 12191999"/>
              <a:gd name="connsiteY22" fmla="*/ 3580491 h 6877477"/>
              <a:gd name="connsiteX23" fmla="*/ 991485 w 12191999"/>
              <a:gd name="connsiteY23" fmla="*/ 4561237 h 6877477"/>
              <a:gd name="connsiteX24" fmla="*/ 10739 w 12191999"/>
              <a:gd name="connsiteY24" fmla="*/ 5541984 h 6877477"/>
              <a:gd name="connsiteX25" fmla="*/ 0 w 12191999"/>
              <a:gd name="connsiteY25" fmla="*/ 5531245 h 6877477"/>
              <a:gd name="connsiteX26" fmla="*/ 0 w 12191999"/>
              <a:gd name="connsiteY26" fmla="*/ 3591230 h 6877477"/>
              <a:gd name="connsiteX27" fmla="*/ 1115005 w 12191999"/>
              <a:gd name="connsiteY27" fmla="*/ 2448297 h 6877477"/>
              <a:gd name="connsiteX28" fmla="*/ 2095752 w 12191999"/>
              <a:gd name="connsiteY28" fmla="*/ 3429042 h 6877477"/>
              <a:gd name="connsiteX29" fmla="*/ 1115005 w 12191999"/>
              <a:gd name="connsiteY29" fmla="*/ 4409788 h 6877477"/>
              <a:gd name="connsiteX30" fmla="*/ 134258 w 12191999"/>
              <a:gd name="connsiteY30" fmla="*/ 3429042 h 6877477"/>
              <a:gd name="connsiteX31" fmla="*/ 12182376 w 12191999"/>
              <a:gd name="connsiteY31" fmla="*/ 2448295 h 6877477"/>
              <a:gd name="connsiteX32" fmla="*/ 12191999 w 12191999"/>
              <a:gd name="connsiteY32" fmla="*/ 2457918 h 6877477"/>
              <a:gd name="connsiteX33" fmla="*/ 12191999 w 12191999"/>
              <a:gd name="connsiteY33" fmla="*/ 4400165 h 6877477"/>
              <a:gd name="connsiteX34" fmla="*/ 12182376 w 12191999"/>
              <a:gd name="connsiteY34" fmla="*/ 4409788 h 6877477"/>
              <a:gd name="connsiteX35" fmla="*/ 11201628 w 12191999"/>
              <a:gd name="connsiteY35" fmla="*/ 3429042 h 6877477"/>
              <a:gd name="connsiteX36" fmla="*/ 9949130 w 12191999"/>
              <a:gd name="connsiteY36" fmla="*/ 2448295 h 6877477"/>
              <a:gd name="connsiteX37" fmla="*/ 10929877 w 12191999"/>
              <a:gd name="connsiteY37" fmla="*/ 3429042 h 6877477"/>
              <a:gd name="connsiteX38" fmla="*/ 9949130 w 12191999"/>
              <a:gd name="connsiteY38" fmla="*/ 4409788 h 6877477"/>
              <a:gd name="connsiteX39" fmla="*/ 8968382 w 12191999"/>
              <a:gd name="connsiteY39" fmla="*/ 3429042 h 6877477"/>
              <a:gd name="connsiteX40" fmla="*/ 7740598 w 12191999"/>
              <a:gd name="connsiteY40" fmla="*/ 2448295 h 6877477"/>
              <a:gd name="connsiteX41" fmla="*/ 8721345 w 12191999"/>
              <a:gd name="connsiteY41" fmla="*/ 3429042 h 6877477"/>
              <a:gd name="connsiteX42" fmla="*/ 7740598 w 12191999"/>
              <a:gd name="connsiteY42" fmla="*/ 4409788 h 6877477"/>
              <a:gd name="connsiteX43" fmla="*/ 6759852 w 12191999"/>
              <a:gd name="connsiteY43" fmla="*/ 3429042 h 6877477"/>
              <a:gd name="connsiteX44" fmla="*/ 11053396 w 12191999"/>
              <a:gd name="connsiteY44" fmla="*/ 1313009 h 6877477"/>
              <a:gd name="connsiteX45" fmla="*/ 12034143 w 12191999"/>
              <a:gd name="connsiteY45" fmla="*/ 2293756 h 6877477"/>
              <a:gd name="connsiteX46" fmla="*/ 11053396 w 12191999"/>
              <a:gd name="connsiteY46" fmla="*/ 3274502 h 6877477"/>
              <a:gd name="connsiteX47" fmla="*/ 10072648 w 12191999"/>
              <a:gd name="connsiteY47" fmla="*/ 2293756 h 6877477"/>
              <a:gd name="connsiteX48" fmla="*/ 8844864 w 12191999"/>
              <a:gd name="connsiteY48" fmla="*/ 1313009 h 6877477"/>
              <a:gd name="connsiteX49" fmla="*/ 9825611 w 12191999"/>
              <a:gd name="connsiteY49" fmla="*/ 2293756 h 6877477"/>
              <a:gd name="connsiteX50" fmla="*/ 8844864 w 12191999"/>
              <a:gd name="connsiteY50" fmla="*/ 3274503 h 6877477"/>
              <a:gd name="connsiteX51" fmla="*/ 7864116 w 12191999"/>
              <a:gd name="connsiteY51" fmla="*/ 2293756 h 6877477"/>
              <a:gd name="connsiteX52" fmla="*/ 6636337 w 12191999"/>
              <a:gd name="connsiteY52" fmla="*/ 1313009 h 6877477"/>
              <a:gd name="connsiteX53" fmla="*/ 7617079 w 12191999"/>
              <a:gd name="connsiteY53" fmla="*/ 2293756 h 6877477"/>
              <a:gd name="connsiteX54" fmla="*/ 6636337 w 12191999"/>
              <a:gd name="connsiteY54" fmla="*/ 3274503 h 6877477"/>
              <a:gd name="connsiteX55" fmla="*/ 5655588 w 12191999"/>
              <a:gd name="connsiteY55" fmla="*/ 2293756 h 6877477"/>
              <a:gd name="connsiteX56" fmla="*/ 2219273 w 12191999"/>
              <a:gd name="connsiteY56" fmla="*/ 1313009 h 6877477"/>
              <a:gd name="connsiteX57" fmla="*/ 3200020 w 12191999"/>
              <a:gd name="connsiteY57" fmla="*/ 2293756 h 6877477"/>
              <a:gd name="connsiteX58" fmla="*/ 2219273 w 12191999"/>
              <a:gd name="connsiteY58" fmla="*/ 3274503 h 6877477"/>
              <a:gd name="connsiteX59" fmla="*/ 1238524 w 12191999"/>
              <a:gd name="connsiteY59" fmla="*/ 2293756 h 6877477"/>
              <a:gd name="connsiteX60" fmla="*/ 10741 w 12191999"/>
              <a:gd name="connsiteY60" fmla="*/ 1313009 h 6877477"/>
              <a:gd name="connsiteX61" fmla="*/ 991488 w 12191999"/>
              <a:gd name="connsiteY61" fmla="*/ 2293756 h 6877477"/>
              <a:gd name="connsiteX62" fmla="*/ 10741 w 12191999"/>
              <a:gd name="connsiteY62" fmla="*/ 3274503 h 6877477"/>
              <a:gd name="connsiteX63" fmla="*/ 0 w 12191999"/>
              <a:gd name="connsiteY63" fmla="*/ 3263761 h 6877477"/>
              <a:gd name="connsiteX64" fmla="*/ 0 w 12191999"/>
              <a:gd name="connsiteY64" fmla="*/ 1323750 h 6877477"/>
              <a:gd name="connsiteX65" fmla="*/ 7740598 w 12191999"/>
              <a:gd name="connsiteY65" fmla="*/ 179783 h 6877477"/>
              <a:gd name="connsiteX66" fmla="*/ 8721345 w 12191999"/>
              <a:gd name="connsiteY66" fmla="*/ 1160530 h 6877477"/>
              <a:gd name="connsiteX67" fmla="*/ 7740598 w 12191999"/>
              <a:gd name="connsiteY67" fmla="*/ 2141277 h 6877477"/>
              <a:gd name="connsiteX68" fmla="*/ 6759852 w 12191999"/>
              <a:gd name="connsiteY68" fmla="*/ 1160530 h 6877477"/>
              <a:gd name="connsiteX69" fmla="*/ 5532073 w 12191999"/>
              <a:gd name="connsiteY69" fmla="*/ 179783 h 6877477"/>
              <a:gd name="connsiteX70" fmla="*/ 6512819 w 12191999"/>
              <a:gd name="connsiteY70" fmla="*/ 1160530 h 6877477"/>
              <a:gd name="connsiteX71" fmla="*/ 5532073 w 12191999"/>
              <a:gd name="connsiteY71" fmla="*/ 2141277 h 6877477"/>
              <a:gd name="connsiteX72" fmla="*/ 4551324 w 12191999"/>
              <a:gd name="connsiteY72" fmla="*/ 1160530 h 6877477"/>
              <a:gd name="connsiteX73" fmla="*/ 3323540 w 12191999"/>
              <a:gd name="connsiteY73" fmla="*/ 179783 h 6877477"/>
              <a:gd name="connsiteX74" fmla="*/ 4304287 w 12191999"/>
              <a:gd name="connsiteY74" fmla="*/ 1160530 h 6877477"/>
              <a:gd name="connsiteX75" fmla="*/ 3323540 w 12191999"/>
              <a:gd name="connsiteY75" fmla="*/ 2141277 h 6877477"/>
              <a:gd name="connsiteX76" fmla="*/ 2342792 w 12191999"/>
              <a:gd name="connsiteY76" fmla="*/ 1160530 h 6877477"/>
              <a:gd name="connsiteX77" fmla="*/ 1115008 w 12191999"/>
              <a:gd name="connsiteY77" fmla="*/ 179783 h 6877477"/>
              <a:gd name="connsiteX78" fmla="*/ 2095755 w 12191999"/>
              <a:gd name="connsiteY78" fmla="*/ 1160530 h 6877477"/>
              <a:gd name="connsiteX79" fmla="*/ 1115008 w 12191999"/>
              <a:gd name="connsiteY79" fmla="*/ 2141277 h 6877477"/>
              <a:gd name="connsiteX80" fmla="*/ 134260 w 12191999"/>
              <a:gd name="connsiteY80" fmla="*/ 1160530 h 6877477"/>
              <a:gd name="connsiteX81" fmla="*/ 12182376 w 12191999"/>
              <a:gd name="connsiteY81" fmla="*/ 179782 h 6877477"/>
              <a:gd name="connsiteX82" fmla="*/ 12191999 w 12191999"/>
              <a:gd name="connsiteY82" fmla="*/ 189405 h 6877477"/>
              <a:gd name="connsiteX83" fmla="*/ 12191999 w 12191999"/>
              <a:gd name="connsiteY83" fmla="*/ 2131652 h 6877477"/>
              <a:gd name="connsiteX84" fmla="*/ 12182376 w 12191999"/>
              <a:gd name="connsiteY84" fmla="*/ 2141275 h 6877477"/>
              <a:gd name="connsiteX85" fmla="*/ 11201628 w 12191999"/>
              <a:gd name="connsiteY85" fmla="*/ 1160529 h 6877477"/>
              <a:gd name="connsiteX86" fmla="*/ 9949130 w 12191999"/>
              <a:gd name="connsiteY86" fmla="*/ 179782 h 6877477"/>
              <a:gd name="connsiteX87" fmla="*/ 10929877 w 12191999"/>
              <a:gd name="connsiteY87" fmla="*/ 1160530 h 6877477"/>
              <a:gd name="connsiteX88" fmla="*/ 9949130 w 12191999"/>
              <a:gd name="connsiteY88" fmla="*/ 2141275 h 6877477"/>
              <a:gd name="connsiteX89" fmla="*/ 8968382 w 12191999"/>
              <a:gd name="connsiteY89" fmla="*/ 1160530 h 6877477"/>
              <a:gd name="connsiteX90" fmla="*/ 10098921 w 12191999"/>
              <a:gd name="connsiteY90" fmla="*/ 0 h 6877477"/>
              <a:gd name="connsiteX91" fmla="*/ 12007870 w 12191999"/>
              <a:gd name="connsiteY91" fmla="*/ 0 h 6877477"/>
              <a:gd name="connsiteX92" fmla="*/ 12034143 w 12191999"/>
              <a:gd name="connsiteY92" fmla="*/ 26273 h 6877477"/>
              <a:gd name="connsiteX93" fmla="*/ 11053396 w 12191999"/>
              <a:gd name="connsiteY93" fmla="*/ 1007020 h 6877477"/>
              <a:gd name="connsiteX94" fmla="*/ 10072648 w 12191999"/>
              <a:gd name="connsiteY94" fmla="*/ 26273 h 6877477"/>
              <a:gd name="connsiteX95" fmla="*/ 7890389 w 12191999"/>
              <a:gd name="connsiteY95" fmla="*/ 0 h 6877477"/>
              <a:gd name="connsiteX96" fmla="*/ 9799338 w 12191999"/>
              <a:gd name="connsiteY96" fmla="*/ 0 h 6877477"/>
              <a:gd name="connsiteX97" fmla="*/ 9825611 w 12191999"/>
              <a:gd name="connsiteY97" fmla="*/ 26273 h 6877477"/>
              <a:gd name="connsiteX98" fmla="*/ 8844864 w 12191999"/>
              <a:gd name="connsiteY98" fmla="*/ 1007020 h 6877477"/>
              <a:gd name="connsiteX99" fmla="*/ 7864116 w 12191999"/>
              <a:gd name="connsiteY99" fmla="*/ 26273 h 6877477"/>
              <a:gd name="connsiteX100" fmla="*/ 5681864 w 12191999"/>
              <a:gd name="connsiteY100" fmla="*/ 0 h 6877477"/>
              <a:gd name="connsiteX101" fmla="*/ 7590806 w 12191999"/>
              <a:gd name="connsiteY101" fmla="*/ 0 h 6877477"/>
              <a:gd name="connsiteX102" fmla="*/ 7617079 w 12191999"/>
              <a:gd name="connsiteY102" fmla="*/ 26273 h 6877477"/>
              <a:gd name="connsiteX103" fmla="*/ 6636339 w 12191999"/>
              <a:gd name="connsiteY103" fmla="*/ 1007020 h 6877477"/>
              <a:gd name="connsiteX104" fmla="*/ 5655591 w 12191999"/>
              <a:gd name="connsiteY104" fmla="*/ 26273 h 6877477"/>
              <a:gd name="connsiteX105" fmla="*/ 3473334 w 12191999"/>
              <a:gd name="connsiteY105" fmla="*/ 0 h 6877477"/>
              <a:gd name="connsiteX106" fmla="*/ 5382281 w 12191999"/>
              <a:gd name="connsiteY106" fmla="*/ 0 h 6877477"/>
              <a:gd name="connsiteX107" fmla="*/ 5408554 w 12191999"/>
              <a:gd name="connsiteY107" fmla="*/ 26274 h 6877477"/>
              <a:gd name="connsiteX108" fmla="*/ 4427806 w 12191999"/>
              <a:gd name="connsiteY108" fmla="*/ 1007020 h 6877477"/>
              <a:gd name="connsiteX109" fmla="*/ 3447060 w 12191999"/>
              <a:gd name="connsiteY109" fmla="*/ 26274 h 6877477"/>
              <a:gd name="connsiteX110" fmla="*/ 1264801 w 12191999"/>
              <a:gd name="connsiteY110" fmla="*/ 0 h 6877477"/>
              <a:gd name="connsiteX111" fmla="*/ 3173749 w 12191999"/>
              <a:gd name="connsiteY111" fmla="*/ 0 h 6877477"/>
              <a:gd name="connsiteX112" fmla="*/ 3200023 w 12191999"/>
              <a:gd name="connsiteY112" fmla="*/ 26274 h 6877477"/>
              <a:gd name="connsiteX113" fmla="*/ 2219276 w 12191999"/>
              <a:gd name="connsiteY113" fmla="*/ 1007020 h 6877477"/>
              <a:gd name="connsiteX114" fmla="*/ 1238527 w 12191999"/>
              <a:gd name="connsiteY114" fmla="*/ 26274 h 6877477"/>
              <a:gd name="connsiteX115" fmla="*/ 0 w 12191999"/>
              <a:gd name="connsiteY115" fmla="*/ 0 h 6877477"/>
              <a:gd name="connsiteX116" fmla="*/ 965216 w 12191999"/>
              <a:gd name="connsiteY116" fmla="*/ 0 h 6877477"/>
              <a:gd name="connsiteX117" fmla="*/ 991490 w 12191999"/>
              <a:gd name="connsiteY117" fmla="*/ 26274 h 6877477"/>
              <a:gd name="connsiteX118" fmla="*/ 10744 w 12191999"/>
              <a:gd name="connsiteY118" fmla="*/ 1007021 h 6877477"/>
              <a:gd name="connsiteX119" fmla="*/ 0 w 12191999"/>
              <a:gd name="connsiteY119" fmla="*/ 996277 h 6877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2191999" h="6877477">
                <a:moveTo>
                  <a:pt x="11053396" y="5847975"/>
                </a:moveTo>
                <a:lnTo>
                  <a:pt x="12034143" y="6828722"/>
                </a:lnTo>
                <a:lnTo>
                  <a:pt x="11985388" y="6877477"/>
                </a:lnTo>
                <a:lnTo>
                  <a:pt x="10121403" y="6877477"/>
                </a:lnTo>
                <a:lnTo>
                  <a:pt x="10072648" y="6828722"/>
                </a:lnTo>
                <a:close/>
                <a:moveTo>
                  <a:pt x="12182376" y="4716808"/>
                </a:moveTo>
                <a:lnTo>
                  <a:pt x="12191999" y="4726431"/>
                </a:lnTo>
                <a:lnTo>
                  <a:pt x="12191999" y="6668679"/>
                </a:lnTo>
                <a:lnTo>
                  <a:pt x="12182376" y="6678302"/>
                </a:lnTo>
                <a:lnTo>
                  <a:pt x="11201628" y="5697555"/>
                </a:lnTo>
                <a:close/>
                <a:moveTo>
                  <a:pt x="9949130" y="4716808"/>
                </a:moveTo>
                <a:lnTo>
                  <a:pt x="10929877" y="5697555"/>
                </a:lnTo>
                <a:lnTo>
                  <a:pt x="9949130" y="6678302"/>
                </a:lnTo>
                <a:lnTo>
                  <a:pt x="8968382" y="5697555"/>
                </a:lnTo>
                <a:close/>
                <a:moveTo>
                  <a:pt x="11053396" y="3580491"/>
                </a:moveTo>
                <a:lnTo>
                  <a:pt x="12034143" y="4561237"/>
                </a:lnTo>
                <a:lnTo>
                  <a:pt x="11053396" y="5541984"/>
                </a:lnTo>
                <a:lnTo>
                  <a:pt x="10072648" y="4561237"/>
                </a:lnTo>
                <a:close/>
                <a:moveTo>
                  <a:pt x="8844864" y="3580491"/>
                </a:moveTo>
                <a:lnTo>
                  <a:pt x="9825611" y="4561237"/>
                </a:lnTo>
                <a:lnTo>
                  <a:pt x="8844864" y="5541984"/>
                </a:lnTo>
                <a:lnTo>
                  <a:pt x="7864116" y="4561237"/>
                </a:lnTo>
                <a:close/>
                <a:moveTo>
                  <a:pt x="10739" y="3580491"/>
                </a:moveTo>
                <a:lnTo>
                  <a:pt x="991485" y="4561237"/>
                </a:lnTo>
                <a:lnTo>
                  <a:pt x="10739" y="5541984"/>
                </a:lnTo>
                <a:lnTo>
                  <a:pt x="0" y="5531245"/>
                </a:lnTo>
                <a:lnTo>
                  <a:pt x="0" y="3591230"/>
                </a:lnTo>
                <a:close/>
                <a:moveTo>
                  <a:pt x="1115005" y="2448297"/>
                </a:moveTo>
                <a:lnTo>
                  <a:pt x="2095752" y="3429042"/>
                </a:lnTo>
                <a:lnTo>
                  <a:pt x="1115005" y="4409788"/>
                </a:lnTo>
                <a:lnTo>
                  <a:pt x="134258" y="3429042"/>
                </a:lnTo>
                <a:close/>
                <a:moveTo>
                  <a:pt x="12182376" y="2448295"/>
                </a:moveTo>
                <a:lnTo>
                  <a:pt x="12191999" y="2457918"/>
                </a:lnTo>
                <a:lnTo>
                  <a:pt x="12191999" y="4400165"/>
                </a:lnTo>
                <a:lnTo>
                  <a:pt x="12182376" y="4409788"/>
                </a:lnTo>
                <a:lnTo>
                  <a:pt x="11201628" y="3429042"/>
                </a:lnTo>
                <a:close/>
                <a:moveTo>
                  <a:pt x="9949130" y="2448295"/>
                </a:moveTo>
                <a:lnTo>
                  <a:pt x="10929877" y="3429042"/>
                </a:lnTo>
                <a:lnTo>
                  <a:pt x="9949130" y="4409788"/>
                </a:lnTo>
                <a:lnTo>
                  <a:pt x="8968382" y="3429042"/>
                </a:lnTo>
                <a:close/>
                <a:moveTo>
                  <a:pt x="7740598" y="2448295"/>
                </a:moveTo>
                <a:lnTo>
                  <a:pt x="8721345" y="3429042"/>
                </a:lnTo>
                <a:lnTo>
                  <a:pt x="7740598" y="4409788"/>
                </a:lnTo>
                <a:lnTo>
                  <a:pt x="6759852" y="3429042"/>
                </a:lnTo>
                <a:close/>
                <a:moveTo>
                  <a:pt x="11053396" y="1313009"/>
                </a:moveTo>
                <a:lnTo>
                  <a:pt x="12034143" y="2293756"/>
                </a:lnTo>
                <a:lnTo>
                  <a:pt x="11053396" y="3274502"/>
                </a:lnTo>
                <a:lnTo>
                  <a:pt x="10072648" y="2293756"/>
                </a:lnTo>
                <a:close/>
                <a:moveTo>
                  <a:pt x="8844864" y="1313009"/>
                </a:moveTo>
                <a:lnTo>
                  <a:pt x="9825611" y="2293756"/>
                </a:lnTo>
                <a:lnTo>
                  <a:pt x="8844864" y="3274503"/>
                </a:lnTo>
                <a:lnTo>
                  <a:pt x="7864116" y="2293756"/>
                </a:lnTo>
                <a:close/>
                <a:moveTo>
                  <a:pt x="6636337" y="1313009"/>
                </a:moveTo>
                <a:lnTo>
                  <a:pt x="7617079" y="2293756"/>
                </a:lnTo>
                <a:lnTo>
                  <a:pt x="6636337" y="3274503"/>
                </a:lnTo>
                <a:lnTo>
                  <a:pt x="5655588" y="2293756"/>
                </a:lnTo>
                <a:close/>
                <a:moveTo>
                  <a:pt x="2219273" y="1313009"/>
                </a:moveTo>
                <a:lnTo>
                  <a:pt x="3200020" y="2293756"/>
                </a:lnTo>
                <a:lnTo>
                  <a:pt x="2219273" y="3274503"/>
                </a:lnTo>
                <a:lnTo>
                  <a:pt x="1238524" y="2293756"/>
                </a:lnTo>
                <a:close/>
                <a:moveTo>
                  <a:pt x="10741" y="1313009"/>
                </a:moveTo>
                <a:lnTo>
                  <a:pt x="991488" y="2293756"/>
                </a:lnTo>
                <a:lnTo>
                  <a:pt x="10741" y="3274503"/>
                </a:lnTo>
                <a:lnTo>
                  <a:pt x="0" y="3263761"/>
                </a:lnTo>
                <a:lnTo>
                  <a:pt x="0" y="1323750"/>
                </a:lnTo>
                <a:close/>
                <a:moveTo>
                  <a:pt x="7740598" y="179783"/>
                </a:moveTo>
                <a:lnTo>
                  <a:pt x="8721345" y="1160530"/>
                </a:lnTo>
                <a:lnTo>
                  <a:pt x="7740598" y="2141277"/>
                </a:lnTo>
                <a:lnTo>
                  <a:pt x="6759852" y="1160530"/>
                </a:lnTo>
                <a:close/>
                <a:moveTo>
                  <a:pt x="5532073" y="179783"/>
                </a:moveTo>
                <a:lnTo>
                  <a:pt x="6512819" y="1160530"/>
                </a:lnTo>
                <a:lnTo>
                  <a:pt x="5532073" y="2141277"/>
                </a:lnTo>
                <a:lnTo>
                  <a:pt x="4551324" y="1160530"/>
                </a:lnTo>
                <a:close/>
                <a:moveTo>
                  <a:pt x="3323540" y="179783"/>
                </a:moveTo>
                <a:lnTo>
                  <a:pt x="4304287" y="1160530"/>
                </a:lnTo>
                <a:lnTo>
                  <a:pt x="3323540" y="2141277"/>
                </a:lnTo>
                <a:lnTo>
                  <a:pt x="2342792" y="1160530"/>
                </a:lnTo>
                <a:close/>
                <a:moveTo>
                  <a:pt x="1115008" y="179783"/>
                </a:moveTo>
                <a:lnTo>
                  <a:pt x="2095755" y="1160530"/>
                </a:lnTo>
                <a:lnTo>
                  <a:pt x="1115008" y="2141277"/>
                </a:lnTo>
                <a:lnTo>
                  <a:pt x="134260" y="1160530"/>
                </a:lnTo>
                <a:close/>
                <a:moveTo>
                  <a:pt x="12182376" y="179782"/>
                </a:moveTo>
                <a:lnTo>
                  <a:pt x="12191999" y="189405"/>
                </a:lnTo>
                <a:lnTo>
                  <a:pt x="12191999" y="2131652"/>
                </a:lnTo>
                <a:lnTo>
                  <a:pt x="12182376" y="2141275"/>
                </a:lnTo>
                <a:lnTo>
                  <a:pt x="11201628" y="1160529"/>
                </a:lnTo>
                <a:close/>
                <a:moveTo>
                  <a:pt x="9949130" y="179782"/>
                </a:moveTo>
                <a:lnTo>
                  <a:pt x="10929877" y="1160530"/>
                </a:lnTo>
                <a:lnTo>
                  <a:pt x="9949130" y="2141275"/>
                </a:lnTo>
                <a:lnTo>
                  <a:pt x="8968382" y="1160530"/>
                </a:lnTo>
                <a:close/>
                <a:moveTo>
                  <a:pt x="10098921" y="0"/>
                </a:moveTo>
                <a:lnTo>
                  <a:pt x="12007870" y="0"/>
                </a:lnTo>
                <a:lnTo>
                  <a:pt x="12034143" y="26273"/>
                </a:lnTo>
                <a:lnTo>
                  <a:pt x="11053396" y="1007020"/>
                </a:lnTo>
                <a:lnTo>
                  <a:pt x="10072648" y="26273"/>
                </a:lnTo>
                <a:close/>
                <a:moveTo>
                  <a:pt x="7890389" y="0"/>
                </a:moveTo>
                <a:lnTo>
                  <a:pt x="9799338" y="0"/>
                </a:lnTo>
                <a:lnTo>
                  <a:pt x="9825611" y="26273"/>
                </a:lnTo>
                <a:lnTo>
                  <a:pt x="8844864" y="1007020"/>
                </a:lnTo>
                <a:lnTo>
                  <a:pt x="7864116" y="26273"/>
                </a:lnTo>
                <a:close/>
                <a:moveTo>
                  <a:pt x="5681864" y="0"/>
                </a:moveTo>
                <a:lnTo>
                  <a:pt x="7590806" y="0"/>
                </a:lnTo>
                <a:lnTo>
                  <a:pt x="7617079" y="26273"/>
                </a:lnTo>
                <a:lnTo>
                  <a:pt x="6636339" y="1007020"/>
                </a:lnTo>
                <a:lnTo>
                  <a:pt x="5655591" y="26273"/>
                </a:lnTo>
                <a:close/>
                <a:moveTo>
                  <a:pt x="3473334" y="0"/>
                </a:moveTo>
                <a:lnTo>
                  <a:pt x="5382281" y="0"/>
                </a:lnTo>
                <a:lnTo>
                  <a:pt x="5408554" y="26274"/>
                </a:lnTo>
                <a:lnTo>
                  <a:pt x="4427806" y="1007020"/>
                </a:lnTo>
                <a:lnTo>
                  <a:pt x="3447060" y="26274"/>
                </a:lnTo>
                <a:close/>
                <a:moveTo>
                  <a:pt x="1264801" y="0"/>
                </a:moveTo>
                <a:lnTo>
                  <a:pt x="3173749" y="0"/>
                </a:lnTo>
                <a:lnTo>
                  <a:pt x="3200023" y="26274"/>
                </a:lnTo>
                <a:lnTo>
                  <a:pt x="2219276" y="1007020"/>
                </a:lnTo>
                <a:lnTo>
                  <a:pt x="1238527" y="26274"/>
                </a:lnTo>
                <a:close/>
                <a:moveTo>
                  <a:pt x="0" y="0"/>
                </a:moveTo>
                <a:lnTo>
                  <a:pt x="965216" y="0"/>
                </a:lnTo>
                <a:lnTo>
                  <a:pt x="991490" y="26274"/>
                </a:lnTo>
                <a:lnTo>
                  <a:pt x="10744" y="1007021"/>
                </a:lnTo>
                <a:lnTo>
                  <a:pt x="0" y="9962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634E82-9DE3-4223-A15F-5A164AD987FB}"/>
              </a:ext>
            </a:extLst>
          </p:cNvPr>
          <p:cNvSpPr/>
          <p:nvPr userDrawn="1"/>
        </p:nvSpPr>
        <p:spPr>
          <a:xfrm>
            <a:off x="502468" y="884977"/>
            <a:ext cx="11187065" cy="50880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AEA46E-E59A-4542-8B95-8481B55D178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91108" y="1155269"/>
            <a:ext cx="3188298" cy="4547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E7E1C366-622C-4258-9753-26AABF54CF12}"/>
              </a:ext>
            </a:extLst>
          </p:cNvPr>
          <p:cNvSpPr/>
          <p:nvPr userDrawn="1"/>
        </p:nvSpPr>
        <p:spPr>
          <a:xfrm>
            <a:off x="6842775" y="17770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E37D4E8D-7F93-45C0-8383-A68159D02D5D}"/>
              </a:ext>
            </a:extLst>
          </p:cNvPr>
          <p:cNvSpPr/>
          <p:nvPr userDrawn="1"/>
        </p:nvSpPr>
        <p:spPr>
          <a:xfrm>
            <a:off x="777225" y="1757238"/>
            <a:ext cx="4572000" cy="3200400"/>
          </a:xfrm>
          <a:prstGeom prst="frame">
            <a:avLst>
              <a:gd name="adj1" fmla="val 216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그림 개체 틀 6">
            <a:extLst>
              <a:ext uri="{FF2B5EF4-FFF2-40B4-BE49-F238E27FC236}">
                <a16:creationId xmlns:a16="http://schemas.microsoft.com/office/drawing/2014/main" id="{07AAD900-5C8A-46EE-8F3F-276E7A823B5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95958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5" name="그림 개체 틀 6">
            <a:extLst>
              <a:ext uri="{FF2B5EF4-FFF2-40B4-BE49-F238E27FC236}">
                <a16:creationId xmlns:a16="http://schemas.microsoft.com/office/drawing/2014/main" id="{3D697A47-3CD1-4E96-9516-FDE670F5631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24043" y="1585866"/>
            <a:ext cx="4572000" cy="32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576000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ko-KR" altLang="en-US" sz="1200" baseline="0">
                <a:latin typeface="+mn-lt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ko-KR" dirty="0"/>
              <a:t>Insert Your Image</a:t>
            </a:r>
            <a:endParaRPr lang="ko-KR" altLang="en-US" dirty="0"/>
          </a:p>
          <a:p>
            <a:pPr marL="0" lvl="0" indent="0" algn="ctr">
              <a:buNone/>
            </a:pPr>
            <a:endParaRPr lang="ko-KR" alt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E0CAB57-9982-4553-B1D9-4D6CC85D7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6E6B0-0030-4C24-AF1C-09B7BB3C4770}"/>
              </a:ext>
            </a:extLst>
          </p:cNvPr>
          <p:cNvSpPr/>
          <p:nvPr userDrawn="1"/>
        </p:nvSpPr>
        <p:spPr>
          <a:xfrm>
            <a:off x="0" y="474066"/>
            <a:ext cx="11704301" cy="59098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418006F3-E488-44A0-A59A-E1D3B86006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923314" cy="6858000"/>
          </a:xfrm>
          <a:custGeom>
            <a:avLst/>
            <a:gdLst>
              <a:gd name="connsiteX0" fmla="*/ 0 w 6923314"/>
              <a:gd name="connsiteY0" fmla="*/ 0 h 6858000"/>
              <a:gd name="connsiteX1" fmla="*/ 5208814 w 6923314"/>
              <a:gd name="connsiteY1" fmla="*/ 0 h 6858000"/>
              <a:gd name="connsiteX2" fmla="*/ 6923314 w 6923314"/>
              <a:gd name="connsiteY2" fmla="*/ 6858000 h 6858000"/>
              <a:gd name="connsiteX3" fmla="*/ 1305197 w 6923314"/>
              <a:gd name="connsiteY3" fmla="*/ 6858000 h 6858000"/>
              <a:gd name="connsiteX4" fmla="*/ 0 w 6923314"/>
              <a:gd name="connsiteY4" fmla="*/ 163721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0" y="0"/>
                </a:moveTo>
                <a:lnTo>
                  <a:pt x="5208814" y="0"/>
                </a:lnTo>
                <a:lnTo>
                  <a:pt x="6923314" y="6858000"/>
                </a:lnTo>
                <a:lnTo>
                  <a:pt x="1305197" y="6858000"/>
                </a:lnTo>
                <a:lnTo>
                  <a:pt x="0" y="1637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4388469D-CBAC-4278-96C5-9EBCCAF5DD50}"/>
              </a:ext>
            </a:extLst>
          </p:cNvPr>
          <p:cNvSpPr/>
          <p:nvPr userDrawn="1"/>
        </p:nvSpPr>
        <p:spPr>
          <a:xfrm>
            <a:off x="6096000" y="837246"/>
            <a:ext cx="6096000" cy="25917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DE17AA3-92FD-4003-9A41-EC77EF819880}"/>
              </a:ext>
            </a:extLst>
          </p:cNvPr>
          <p:cNvGrpSpPr/>
          <p:nvPr userDrawn="1"/>
        </p:nvGrpSpPr>
        <p:grpSpPr>
          <a:xfrm>
            <a:off x="1058291" y="3689597"/>
            <a:ext cx="2892793" cy="3168403"/>
            <a:chOff x="1058291" y="3689597"/>
            <a:chExt cx="2892793" cy="3168403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AC033FD-1852-40D6-99E3-EAE0920A5C2F}"/>
                </a:ext>
              </a:extLst>
            </p:cNvPr>
            <p:cNvSpPr/>
            <p:nvPr userDrawn="1"/>
          </p:nvSpPr>
          <p:spPr>
            <a:xfrm>
              <a:off x="1062769" y="3689597"/>
              <a:ext cx="2885112" cy="3168403"/>
            </a:xfrm>
            <a:custGeom>
              <a:avLst/>
              <a:gdLst>
                <a:gd name="connsiteX0" fmla="*/ 380827 w 2885112"/>
                <a:gd name="connsiteY0" fmla="*/ 0 h 3168403"/>
                <a:gd name="connsiteX1" fmla="*/ 2504286 w 2885112"/>
                <a:gd name="connsiteY1" fmla="*/ 0 h 3168403"/>
                <a:gd name="connsiteX2" fmla="*/ 2885112 w 2885112"/>
                <a:gd name="connsiteY2" fmla="*/ 376422 h 3168403"/>
                <a:gd name="connsiteX3" fmla="*/ 2885112 w 2885112"/>
                <a:gd name="connsiteY3" fmla="*/ 3168403 h 3168403"/>
                <a:gd name="connsiteX4" fmla="*/ 0 w 2885112"/>
                <a:gd name="connsiteY4" fmla="*/ 3168403 h 3168403"/>
                <a:gd name="connsiteX5" fmla="*/ 0 w 2885112"/>
                <a:gd name="connsiteY5" fmla="*/ 376422 h 3168403"/>
                <a:gd name="connsiteX6" fmla="*/ 380827 w 2885112"/>
                <a:gd name="connsiteY6" fmla="*/ 0 h 316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5112" h="3168403">
                  <a:moveTo>
                    <a:pt x="380827" y="0"/>
                  </a:moveTo>
                  <a:lnTo>
                    <a:pt x="2504286" y="0"/>
                  </a:lnTo>
                  <a:cubicBezTo>
                    <a:pt x="2714606" y="0"/>
                    <a:pt x="2885112" y="168534"/>
                    <a:pt x="2885112" y="376422"/>
                  </a:cubicBezTo>
                  <a:lnTo>
                    <a:pt x="2885112" y="3168403"/>
                  </a:lnTo>
                  <a:lnTo>
                    <a:pt x="0" y="3168403"/>
                  </a:lnTo>
                  <a:lnTo>
                    <a:pt x="0" y="376422"/>
                  </a:lnTo>
                  <a:cubicBezTo>
                    <a:pt x="57" y="168534"/>
                    <a:pt x="170506" y="0"/>
                    <a:pt x="380827" y="0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0E7AE36-51DF-4A4D-95F3-D16AA8913353}"/>
                </a:ext>
              </a:extLst>
            </p:cNvPr>
            <p:cNvSpPr/>
            <p:nvPr userDrawn="1"/>
          </p:nvSpPr>
          <p:spPr>
            <a:xfrm>
              <a:off x="1101424" y="3719878"/>
              <a:ext cx="2807801" cy="3138121"/>
            </a:xfrm>
            <a:custGeom>
              <a:avLst/>
              <a:gdLst>
                <a:gd name="connsiteX0" fmla="*/ 379798 w 2807801"/>
                <a:gd name="connsiteY0" fmla="*/ 0 h 3138121"/>
                <a:gd name="connsiteX1" fmla="*/ 2428003 w 2807801"/>
                <a:gd name="connsiteY1" fmla="*/ 0 h 3138121"/>
                <a:gd name="connsiteX2" fmla="*/ 2807801 w 2807801"/>
                <a:gd name="connsiteY2" fmla="*/ 376422 h 3138121"/>
                <a:gd name="connsiteX3" fmla="*/ 2807801 w 2807801"/>
                <a:gd name="connsiteY3" fmla="*/ 3138121 h 3138121"/>
                <a:gd name="connsiteX4" fmla="*/ 0 w 2807801"/>
                <a:gd name="connsiteY4" fmla="*/ 3138121 h 3138121"/>
                <a:gd name="connsiteX5" fmla="*/ 0 w 2807801"/>
                <a:gd name="connsiteY5" fmla="*/ 376422 h 3138121"/>
                <a:gd name="connsiteX6" fmla="*/ 379798 w 2807801"/>
                <a:gd name="connsiteY6" fmla="*/ 0 h 313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07801" h="3138121">
                  <a:moveTo>
                    <a:pt x="379798" y="0"/>
                  </a:moveTo>
                  <a:lnTo>
                    <a:pt x="2428003" y="0"/>
                  </a:lnTo>
                  <a:cubicBezTo>
                    <a:pt x="2637756" y="0"/>
                    <a:pt x="2807801" y="168533"/>
                    <a:pt x="2807801" y="376422"/>
                  </a:cubicBezTo>
                  <a:lnTo>
                    <a:pt x="2807801" y="3138121"/>
                  </a:lnTo>
                  <a:lnTo>
                    <a:pt x="0" y="3138121"/>
                  </a:lnTo>
                  <a:lnTo>
                    <a:pt x="0" y="376422"/>
                  </a:lnTo>
                  <a:cubicBezTo>
                    <a:pt x="0" y="168533"/>
                    <a:pt x="170045" y="0"/>
                    <a:pt x="379798" y="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4" name="Graphic 2">
              <a:extLst>
                <a:ext uri="{FF2B5EF4-FFF2-40B4-BE49-F238E27FC236}">
                  <a16:creationId xmlns:a16="http://schemas.microsoft.com/office/drawing/2014/main" id="{063AE936-DFE4-4DD0-A62C-1EAE232B97BD}"/>
                </a:ext>
              </a:extLst>
            </p:cNvPr>
            <p:cNvSpPr/>
            <p:nvPr/>
          </p:nvSpPr>
          <p:spPr>
            <a:xfrm>
              <a:off x="1058801" y="4510882"/>
              <a:ext cx="20187" cy="196716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2">
              <a:extLst>
                <a:ext uri="{FF2B5EF4-FFF2-40B4-BE49-F238E27FC236}">
                  <a16:creationId xmlns:a16="http://schemas.microsoft.com/office/drawing/2014/main" id="{88C0DAA8-A60D-4797-A50D-3B59489A8922}"/>
                </a:ext>
              </a:extLst>
            </p:cNvPr>
            <p:cNvSpPr/>
            <p:nvPr/>
          </p:nvSpPr>
          <p:spPr>
            <a:xfrm>
              <a:off x="1058801" y="4932953"/>
              <a:ext cx="28182" cy="39235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2">
              <a:extLst>
                <a:ext uri="{FF2B5EF4-FFF2-40B4-BE49-F238E27FC236}">
                  <a16:creationId xmlns:a16="http://schemas.microsoft.com/office/drawing/2014/main" id="{9E936F18-65C6-44D9-8BE4-E13C62005A59}"/>
                </a:ext>
              </a:extLst>
            </p:cNvPr>
            <p:cNvSpPr/>
            <p:nvPr/>
          </p:nvSpPr>
          <p:spPr>
            <a:xfrm>
              <a:off x="1058858" y="4961137"/>
              <a:ext cx="15935" cy="32856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Graphic 2">
              <a:extLst>
                <a:ext uri="{FF2B5EF4-FFF2-40B4-BE49-F238E27FC236}">
                  <a16:creationId xmlns:a16="http://schemas.microsoft.com/office/drawing/2014/main" id="{CDE1CBFD-B36F-4476-AD66-FE5689C99FEA}"/>
                </a:ext>
              </a:extLst>
            </p:cNvPr>
            <p:cNvSpPr/>
            <p:nvPr/>
          </p:nvSpPr>
          <p:spPr>
            <a:xfrm>
              <a:off x="1058291" y="5456869"/>
              <a:ext cx="28182" cy="39235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2">
              <a:extLst>
                <a:ext uri="{FF2B5EF4-FFF2-40B4-BE49-F238E27FC236}">
                  <a16:creationId xmlns:a16="http://schemas.microsoft.com/office/drawing/2014/main" id="{54A97323-642E-4873-8ECB-8C82C47BBCE7}"/>
                </a:ext>
              </a:extLst>
            </p:cNvPr>
            <p:cNvSpPr/>
            <p:nvPr/>
          </p:nvSpPr>
          <p:spPr>
            <a:xfrm>
              <a:off x="1058291" y="5485053"/>
              <a:ext cx="15935" cy="32856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2">
              <a:extLst>
                <a:ext uri="{FF2B5EF4-FFF2-40B4-BE49-F238E27FC236}">
                  <a16:creationId xmlns:a16="http://schemas.microsoft.com/office/drawing/2014/main" id="{E6FC4392-B579-420D-977D-05F6BAF6A444}"/>
                </a:ext>
              </a:extLst>
            </p:cNvPr>
            <p:cNvSpPr/>
            <p:nvPr/>
          </p:nvSpPr>
          <p:spPr>
            <a:xfrm>
              <a:off x="3922902" y="5064570"/>
              <a:ext cx="28182" cy="63500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Graphic 2">
              <a:extLst>
                <a:ext uri="{FF2B5EF4-FFF2-40B4-BE49-F238E27FC236}">
                  <a16:creationId xmlns:a16="http://schemas.microsoft.com/office/drawing/2014/main" id="{213C0B4A-1837-4C1B-8D1B-BC1615210485}"/>
                </a:ext>
              </a:extLst>
            </p:cNvPr>
            <p:cNvSpPr/>
            <p:nvPr/>
          </p:nvSpPr>
          <p:spPr>
            <a:xfrm>
              <a:off x="3935149" y="5110218"/>
              <a:ext cx="15935" cy="531742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2">
              <a:extLst>
                <a:ext uri="{FF2B5EF4-FFF2-40B4-BE49-F238E27FC236}">
                  <a16:creationId xmlns:a16="http://schemas.microsoft.com/office/drawing/2014/main" id="{DFD69AD1-88C6-4D8A-BB4E-CE2C94AF1EBC}"/>
                </a:ext>
              </a:extLst>
            </p:cNvPr>
            <p:cNvSpPr/>
            <p:nvPr/>
          </p:nvSpPr>
          <p:spPr>
            <a:xfrm>
              <a:off x="3928288" y="6392988"/>
              <a:ext cx="22796" cy="435170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2">
              <a:extLst>
                <a:ext uri="{FF2B5EF4-FFF2-40B4-BE49-F238E27FC236}">
                  <a16:creationId xmlns:a16="http://schemas.microsoft.com/office/drawing/2014/main" id="{4747B958-0380-4C5F-8DEC-8D7F6B25907D}"/>
                </a:ext>
              </a:extLst>
            </p:cNvPr>
            <p:cNvSpPr/>
            <p:nvPr/>
          </p:nvSpPr>
          <p:spPr>
            <a:xfrm>
              <a:off x="3938156" y="6424233"/>
              <a:ext cx="12928" cy="36439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006DBA-4DAA-453A-A2AC-FF4A9322F5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78879" y="3808481"/>
              <a:ext cx="134198" cy="13419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3506713-2F55-452F-ABB6-47225E2D89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7267" y="3816868"/>
              <a:ext cx="117423" cy="117423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175F06E-27A9-46A4-B02C-A49E59D17DC3}"/>
                </a:ext>
              </a:extLst>
            </p:cNvPr>
            <p:cNvSpPr/>
            <p:nvPr/>
          </p:nvSpPr>
          <p:spPr>
            <a:xfrm>
              <a:off x="3016958" y="3846560"/>
              <a:ext cx="58040" cy="5804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28FA69B-57D7-4705-A140-F90E5220C72E}"/>
                </a:ext>
              </a:extLst>
            </p:cNvPr>
            <p:cNvSpPr/>
            <p:nvPr/>
          </p:nvSpPr>
          <p:spPr>
            <a:xfrm>
              <a:off x="3030585" y="3860187"/>
              <a:ext cx="30788" cy="30788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Graphic 2">
              <a:extLst>
                <a:ext uri="{FF2B5EF4-FFF2-40B4-BE49-F238E27FC236}">
                  <a16:creationId xmlns:a16="http://schemas.microsoft.com/office/drawing/2014/main" id="{80E59088-2E8C-41FA-BAB8-F9EEF100122A}"/>
                </a:ext>
              </a:extLst>
            </p:cNvPr>
            <p:cNvSpPr/>
            <p:nvPr userDrawn="1"/>
          </p:nvSpPr>
          <p:spPr>
            <a:xfrm flipH="1">
              <a:off x="1060804" y="4534334"/>
              <a:ext cx="10717" cy="149811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066A938-5524-4BC2-9E71-604DA7247A54}"/>
              </a:ext>
            </a:extLst>
          </p:cNvPr>
          <p:cNvGrpSpPr/>
          <p:nvPr userDrawn="1"/>
        </p:nvGrpSpPr>
        <p:grpSpPr>
          <a:xfrm>
            <a:off x="8332411" y="0"/>
            <a:ext cx="2885112" cy="2622090"/>
            <a:chOff x="833153" y="6858000"/>
            <a:chExt cx="2885112" cy="26220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974D21A-C01F-4B09-AA57-1A00734860AA}"/>
                </a:ext>
              </a:extLst>
            </p:cNvPr>
            <p:cNvSpPr/>
            <p:nvPr/>
          </p:nvSpPr>
          <p:spPr>
            <a:xfrm>
              <a:off x="833153" y="6858000"/>
              <a:ext cx="2885112" cy="2622090"/>
            </a:xfrm>
            <a:custGeom>
              <a:avLst/>
              <a:gdLst>
                <a:gd name="connsiteX0" fmla="*/ 0 w 2885112"/>
                <a:gd name="connsiteY0" fmla="*/ 0 h 2622090"/>
                <a:gd name="connsiteX1" fmla="*/ 2885112 w 2885112"/>
                <a:gd name="connsiteY1" fmla="*/ 0 h 2622090"/>
                <a:gd name="connsiteX2" fmla="*/ 2885112 w 2885112"/>
                <a:gd name="connsiteY2" fmla="*/ 2245726 h 2622090"/>
                <a:gd name="connsiteX3" fmla="*/ 2504286 w 2885112"/>
                <a:gd name="connsiteY3" fmla="*/ 2622090 h 2622090"/>
                <a:gd name="connsiteX4" fmla="*/ 380827 w 2885112"/>
                <a:gd name="connsiteY4" fmla="*/ 2622090 h 2622090"/>
                <a:gd name="connsiteX5" fmla="*/ 0 w 2885112"/>
                <a:gd name="connsiteY5" fmla="*/ 2245668 h 262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5112" h="2622090">
                  <a:moveTo>
                    <a:pt x="0" y="0"/>
                  </a:moveTo>
                  <a:lnTo>
                    <a:pt x="2885112" y="0"/>
                  </a:lnTo>
                  <a:lnTo>
                    <a:pt x="2885112" y="2245726"/>
                  </a:lnTo>
                  <a:cubicBezTo>
                    <a:pt x="2885055" y="2453556"/>
                    <a:pt x="2714549" y="2622090"/>
                    <a:pt x="2504286" y="2622090"/>
                  </a:cubicBezTo>
                  <a:lnTo>
                    <a:pt x="380827" y="2622090"/>
                  </a:lnTo>
                  <a:cubicBezTo>
                    <a:pt x="170506" y="2622090"/>
                    <a:pt x="0" y="2453556"/>
                    <a:pt x="0" y="2245668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E48AAE3-B835-49A5-9A47-DE6EBCD7733E}"/>
                </a:ext>
              </a:extLst>
            </p:cNvPr>
            <p:cNvSpPr/>
            <p:nvPr/>
          </p:nvSpPr>
          <p:spPr>
            <a:xfrm>
              <a:off x="871808" y="6858000"/>
              <a:ext cx="2807801" cy="2591752"/>
            </a:xfrm>
            <a:custGeom>
              <a:avLst/>
              <a:gdLst>
                <a:gd name="connsiteX0" fmla="*/ 0 w 2807801"/>
                <a:gd name="connsiteY0" fmla="*/ 0 h 2591752"/>
                <a:gd name="connsiteX1" fmla="*/ 2807801 w 2807801"/>
                <a:gd name="connsiteY1" fmla="*/ 0 h 2591752"/>
                <a:gd name="connsiteX2" fmla="*/ 2807801 w 2807801"/>
                <a:gd name="connsiteY2" fmla="*/ 2215388 h 2591752"/>
                <a:gd name="connsiteX3" fmla="*/ 2428061 w 2807801"/>
                <a:gd name="connsiteY3" fmla="*/ 2591752 h 2591752"/>
                <a:gd name="connsiteX4" fmla="*/ 379798 w 2807801"/>
                <a:gd name="connsiteY4" fmla="*/ 2591752 h 2591752"/>
                <a:gd name="connsiteX5" fmla="*/ 0 w 2807801"/>
                <a:gd name="connsiteY5" fmla="*/ 2215332 h 259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07801" h="2591752">
                  <a:moveTo>
                    <a:pt x="0" y="0"/>
                  </a:moveTo>
                  <a:lnTo>
                    <a:pt x="2807801" y="0"/>
                  </a:lnTo>
                  <a:lnTo>
                    <a:pt x="2807801" y="2215388"/>
                  </a:lnTo>
                  <a:cubicBezTo>
                    <a:pt x="2807801" y="2423218"/>
                    <a:pt x="2637756" y="2591752"/>
                    <a:pt x="2428061" y="2591752"/>
                  </a:cubicBezTo>
                  <a:lnTo>
                    <a:pt x="379798" y="2591752"/>
                  </a:lnTo>
                  <a:cubicBezTo>
                    <a:pt x="170045" y="2591752"/>
                    <a:pt x="0" y="2423218"/>
                    <a:pt x="0" y="2215332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28246CD8-4F7B-49F9-A0E7-A3D2C7826A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38563" y="1"/>
            <a:ext cx="2672808" cy="2493421"/>
          </a:xfrm>
          <a:custGeom>
            <a:avLst/>
            <a:gdLst>
              <a:gd name="connsiteX0" fmla="*/ 0 w 2672808"/>
              <a:gd name="connsiteY0" fmla="*/ 0 h 2493421"/>
              <a:gd name="connsiteX1" fmla="*/ 2672808 w 2672808"/>
              <a:gd name="connsiteY1" fmla="*/ 0 h 2493421"/>
              <a:gd name="connsiteX2" fmla="*/ 2672808 w 2672808"/>
              <a:gd name="connsiteY2" fmla="*/ 2221227 h 2493421"/>
              <a:gd name="connsiteX3" fmla="*/ 2385313 w 2672808"/>
              <a:gd name="connsiteY3" fmla="*/ 2493421 h 2493421"/>
              <a:gd name="connsiteX4" fmla="*/ 287495 w 2672808"/>
              <a:gd name="connsiteY4" fmla="*/ 2493421 h 2493421"/>
              <a:gd name="connsiteX5" fmla="*/ 0 w 2672808"/>
              <a:gd name="connsiteY5" fmla="*/ 2221227 h 24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2808" h="2493421">
                <a:moveTo>
                  <a:pt x="0" y="0"/>
                </a:moveTo>
                <a:lnTo>
                  <a:pt x="2672808" y="0"/>
                </a:lnTo>
                <a:lnTo>
                  <a:pt x="2672808" y="2221227"/>
                </a:lnTo>
                <a:cubicBezTo>
                  <a:pt x="2672808" y="2371557"/>
                  <a:pt x="2544095" y="2493421"/>
                  <a:pt x="2385313" y="2493421"/>
                </a:cubicBezTo>
                <a:lnTo>
                  <a:pt x="287495" y="2493421"/>
                </a:lnTo>
                <a:cubicBezTo>
                  <a:pt x="128714" y="2493421"/>
                  <a:pt x="0" y="2371557"/>
                  <a:pt x="0" y="222122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2ECC6F6-A4A0-4672-8659-27C1C16408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68921" y="3818265"/>
            <a:ext cx="2672808" cy="3039735"/>
          </a:xfrm>
          <a:custGeom>
            <a:avLst/>
            <a:gdLst>
              <a:gd name="connsiteX0" fmla="*/ 287495 w 2672808"/>
              <a:gd name="connsiteY0" fmla="*/ 0 h 3039735"/>
              <a:gd name="connsiteX1" fmla="*/ 542049 w 2672808"/>
              <a:gd name="connsiteY1" fmla="*/ 0 h 3039735"/>
              <a:gd name="connsiteX2" fmla="*/ 566725 w 2672808"/>
              <a:gd name="connsiteY2" fmla="*/ 23363 h 3039735"/>
              <a:gd name="connsiteX3" fmla="*/ 757670 w 2672808"/>
              <a:gd name="connsiteY3" fmla="*/ 204146 h 3039735"/>
              <a:gd name="connsiteX4" fmla="*/ 1903160 w 2672808"/>
              <a:gd name="connsiteY4" fmla="*/ 204146 h 3039735"/>
              <a:gd name="connsiteX5" fmla="*/ 2094105 w 2672808"/>
              <a:gd name="connsiteY5" fmla="*/ 23363 h 3039735"/>
              <a:gd name="connsiteX6" fmla="*/ 2118781 w 2672808"/>
              <a:gd name="connsiteY6" fmla="*/ 0 h 3039735"/>
              <a:gd name="connsiteX7" fmla="*/ 2385313 w 2672808"/>
              <a:gd name="connsiteY7" fmla="*/ 0 h 3039735"/>
              <a:gd name="connsiteX8" fmla="*/ 2672808 w 2672808"/>
              <a:gd name="connsiteY8" fmla="*/ 272193 h 3039735"/>
              <a:gd name="connsiteX9" fmla="*/ 2672808 w 2672808"/>
              <a:gd name="connsiteY9" fmla="*/ 3039735 h 3039735"/>
              <a:gd name="connsiteX10" fmla="*/ 0 w 2672808"/>
              <a:gd name="connsiteY10" fmla="*/ 3039735 h 3039735"/>
              <a:gd name="connsiteX11" fmla="*/ 0 w 2672808"/>
              <a:gd name="connsiteY11" fmla="*/ 272193 h 3039735"/>
              <a:gd name="connsiteX12" fmla="*/ 287495 w 2672808"/>
              <a:gd name="connsiteY12" fmla="*/ 0 h 303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72808" h="3039735">
                <a:moveTo>
                  <a:pt x="287495" y="0"/>
                </a:moveTo>
                <a:lnTo>
                  <a:pt x="542049" y="0"/>
                </a:lnTo>
                <a:cubicBezTo>
                  <a:pt x="555645" y="0"/>
                  <a:pt x="566725" y="10435"/>
                  <a:pt x="566725" y="23363"/>
                </a:cubicBezTo>
                <a:cubicBezTo>
                  <a:pt x="566725" y="123224"/>
                  <a:pt x="652255" y="204146"/>
                  <a:pt x="757670" y="204146"/>
                </a:cubicBezTo>
                <a:lnTo>
                  <a:pt x="1903160" y="204146"/>
                </a:lnTo>
                <a:cubicBezTo>
                  <a:pt x="2008635" y="204146"/>
                  <a:pt x="2094105" y="123168"/>
                  <a:pt x="2094105" y="23363"/>
                </a:cubicBezTo>
                <a:cubicBezTo>
                  <a:pt x="2094105" y="10491"/>
                  <a:pt x="2105125" y="0"/>
                  <a:pt x="2118781" y="0"/>
                </a:cubicBezTo>
                <a:lnTo>
                  <a:pt x="2385313" y="0"/>
                </a:lnTo>
                <a:cubicBezTo>
                  <a:pt x="2544095" y="0"/>
                  <a:pt x="2672808" y="121864"/>
                  <a:pt x="2672808" y="272193"/>
                </a:cubicBezTo>
                <a:lnTo>
                  <a:pt x="2672808" y="3039735"/>
                </a:lnTo>
                <a:lnTo>
                  <a:pt x="0" y="3039735"/>
                </a:lnTo>
                <a:lnTo>
                  <a:pt x="0" y="272193"/>
                </a:lnTo>
                <a:cubicBezTo>
                  <a:pt x="0" y="121864"/>
                  <a:pt x="128714" y="0"/>
                  <a:pt x="2874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AE6C28-A080-4420-92C4-3AC673E4DAE1}"/>
              </a:ext>
            </a:extLst>
          </p:cNvPr>
          <p:cNvSpPr/>
          <p:nvPr userDrawn="1"/>
        </p:nvSpPr>
        <p:spPr>
          <a:xfrm>
            <a:off x="0" y="2253343"/>
            <a:ext cx="12192000" cy="2351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DA6378AF-10CF-415A-9A2B-A4DF0CDD2A8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88571" y="1580606"/>
            <a:ext cx="9945150" cy="3696788"/>
          </a:xfrm>
          <a:custGeom>
            <a:avLst/>
            <a:gdLst>
              <a:gd name="connsiteX0" fmla="*/ 8797786 w 9945150"/>
              <a:gd name="connsiteY0" fmla="*/ 343988 h 3696788"/>
              <a:gd name="connsiteX1" fmla="*/ 9945150 w 9945150"/>
              <a:gd name="connsiteY1" fmla="*/ 343988 h 3696788"/>
              <a:gd name="connsiteX2" fmla="*/ 8854411 w 9945150"/>
              <a:gd name="connsiteY2" fmla="*/ 3696788 h 3696788"/>
              <a:gd name="connsiteX3" fmla="*/ 7707047 w 9945150"/>
              <a:gd name="connsiteY3" fmla="*/ 3696788 h 3696788"/>
              <a:gd name="connsiteX4" fmla="*/ 6228770 w 9945150"/>
              <a:gd name="connsiteY4" fmla="*/ 343988 h 3696788"/>
              <a:gd name="connsiteX5" fmla="*/ 7376134 w 9945150"/>
              <a:gd name="connsiteY5" fmla="*/ 343988 h 3696788"/>
              <a:gd name="connsiteX6" fmla="*/ 6285395 w 9945150"/>
              <a:gd name="connsiteY6" fmla="*/ 3696788 h 3696788"/>
              <a:gd name="connsiteX7" fmla="*/ 5138031 w 9945150"/>
              <a:gd name="connsiteY7" fmla="*/ 3696788 h 3696788"/>
              <a:gd name="connsiteX8" fmla="*/ 3659754 w 9945150"/>
              <a:gd name="connsiteY8" fmla="*/ 343988 h 3696788"/>
              <a:gd name="connsiteX9" fmla="*/ 4807118 w 9945150"/>
              <a:gd name="connsiteY9" fmla="*/ 343988 h 3696788"/>
              <a:gd name="connsiteX10" fmla="*/ 3716379 w 9945150"/>
              <a:gd name="connsiteY10" fmla="*/ 3696788 h 3696788"/>
              <a:gd name="connsiteX11" fmla="*/ 2569016 w 9945150"/>
              <a:gd name="connsiteY11" fmla="*/ 3696788 h 3696788"/>
              <a:gd name="connsiteX12" fmla="*/ 1090739 w 9945150"/>
              <a:gd name="connsiteY12" fmla="*/ 343988 h 3696788"/>
              <a:gd name="connsiteX13" fmla="*/ 2238103 w 9945150"/>
              <a:gd name="connsiteY13" fmla="*/ 343988 h 3696788"/>
              <a:gd name="connsiteX14" fmla="*/ 1147364 w 9945150"/>
              <a:gd name="connsiteY14" fmla="*/ 3696788 h 3696788"/>
              <a:gd name="connsiteX15" fmla="*/ 0 w 9945150"/>
              <a:gd name="connsiteY15" fmla="*/ 3696788 h 3696788"/>
              <a:gd name="connsiteX16" fmla="*/ 7635204 w 9945150"/>
              <a:gd name="connsiteY16" fmla="*/ 0 h 3696788"/>
              <a:gd name="connsiteX17" fmla="*/ 8782568 w 9945150"/>
              <a:gd name="connsiteY17" fmla="*/ 0 h 3696788"/>
              <a:gd name="connsiteX18" fmla="*/ 7691829 w 9945150"/>
              <a:gd name="connsiteY18" fmla="*/ 3352800 h 3696788"/>
              <a:gd name="connsiteX19" fmla="*/ 6544465 w 9945150"/>
              <a:gd name="connsiteY19" fmla="*/ 3352800 h 3696788"/>
              <a:gd name="connsiteX20" fmla="*/ 5066188 w 9945150"/>
              <a:gd name="connsiteY20" fmla="*/ 0 h 3696788"/>
              <a:gd name="connsiteX21" fmla="*/ 6213552 w 9945150"/>
              <a:gd name="connsiteY21" fmla="*/ 0 h 3696788"/>
              <a:gd name="connsiteX22" fmla="*/ 5122813 w 9945150"/>
              <a:gd name="connsiteY22" fmla="*/ 3352800 h 3696788"/>
              <a:gd name="connsiteX23" fmla="*/ 3975449 w 9945150"/>
              <a:gd name="connsiteY23" fmla="*/ 3352800 h 3696788"/>
              <a:gd name="connsiteX24" fmla="*/ 2497173 w 9945150"/>
              <a:gd name="connsiteY24" fmla="*/ 0 h 3696788"/>
              <a:gd name="connsiteX25" fmla="*/ 3644536 w 9945150"/>
              <a:gd name="connsiteY25" fmla="*/ 0 h 3696788"/>
              <a:gd name="connsiteX26" fmla="*/ 2553798 w 9945150"/>
              <a:gd name="connsiteY26" fmla="*/ 3352800 h 3696788"/>
              <a:gd name="connsiteX27" fmla="*/ 1406434 w 9945150"/>
              <a:gd name="connsiteY27" fmla="*/ 3352800 h 36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945150" h="3696788">
                <a:moveTo>
                  <a:pt x="8797786" y="343988"/>
                </a:moveTo>
                <a:lnTo>
                  <a:pt x="9945150" y="343988"/>
                </a:lnTo>
                <a:lnTo>
                  <a:pt x="8854411" y="3696788"/>
                </a:lnTo>
                <a:lnTo>
                  <a:pt x="7707047" y="3696788"/>
                </a:lnTo>
                <a:close/>
                <a:moveTo>
                  <a:pt x="6228770" y="343988"/>
                </a:moveTo>
                <a:lnTo>
                  <a:pt x="7376134" y="343988"/>
                </a:lnTo>
                <a:lnTo>
                  <a:pt x="6285395" y="3696788"/>
                </a:lnTo>
                <a:lnTo>
                  <a:pt x="5138031" y="3696788"/>
                </a:lnTo>
                <a:close/>
                <a:moveTo>
                  <a:pt x="3659754" y="343988"/>
                </a:moveTo>
                <a:lnTo>
                  <a:pt x="4807118" y="343988"/>
                </a:lnTo>
                <a:lnTo>
                  <a:pt x="3716379" y="3696788"/>
                </a:lnTo>
                <a:lnTo>
                  <a:pt x="2569016" y="3696788"/>
                </a:lnTo>
                <a:close/>
                <a:moveTo>
                  <a:pt x="1090739" y="343988"/>
                </a:moveTo>
                <a:lnTo>
                  <a:pt x="2238103" y="343988"/>
                </a:lnTo>
                <a:lnTo>
                  <a:pt x="1147364" y="3696788"/>
                </a:lnTo>
                <a:lnTo>
                  <a:pt x="0" y="3696788"/>
                </a:lnTo>
                <a:close/>
                <a:moveTo>
                  <a:pt x="7635204" y="0"/>
                </a:moveTo>
                <a:lnTo>
                  <a:pt x="8782568" y="0"/>
                </a:lnTo>
                <a:lnTo>
                  <a:pt x="7691829" y="3352800"/>
                </a:lnTo>
                <a:lnTo>
                  <a:pt x="6544465" y="3352800"/>
                </a:lnTo>
                <a:close/>
                <a:moveTo>
                  <a:pt x="5066188" y="0"/>
                </a:moveTo>
                <a:lnTo>
                  <a:pt x="6213552" y="0"/>
                </a:lnTo>
                <a:lnTo>
                  <a:pt x="5122813" y="3352800"/>
                </a:lnTo>
                <a:lnTo>
                  <a:pt x="3975449" y="3352800"/>
                </a:lnTo>
                <a:close/>
                <a:moveTo>
                  <a:pt x="2497173" y="0"/>
                </a:moveTo>
                <a:lnTo>
                  <a:pt x="3644536" y="0"/>
                </a:lnTo>
                <a:lnTo>
                  <a:pt x="2553798" y="3352800"/>
                </a:lnTo>
                <a:lnTo>
                  <a:pt x="1406434" y="33528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9" r:id="rId15"/>
    <p:sldLayoutId id="2147483688" r:id="rId16"/>
    <p:sldLayoutId id="2147483687" r:id="rId17"/>
    <p:sldLayoutId id="2147483671" r:id="rId18"/>
    <p:sldLayoutId id="214748367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2894AB-D42D-4C72-AF38-625276C2FFA8}"/>
              </a:ext>
            </a:extLst>
          </p:cNvPr>
          <p:cNvSpPr/>
          <p:nvPr/>
        </p:nvSpPr>
        <p:spPr>
          <a:xfrm>
            <a:off x="-1" y="4525818"/>
            <a:ext cx="12192001" cy="2332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94AD691-5DD3-4347-EF59-464B4C65C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181" y="4584193"/>
            <a:ext cx="3734943" cy="1090926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D1F5C6-AFF5-B075-CF79-2D35FACB19D6}"/>
              </a:ext>
            </a:extLst>
          </p:cNvPr>
          <p:cNvSpPr txBox="1"/>
          <p:nvPr/>
        </p:nvSpPr>
        <p:spPr>
          <a:xfrm>
            <a:off x="11827529" y="6582312"/>
            <a:ext cx="5034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/>
              <a:t>v1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1359E594-025B-37D1-A01C-D1AA145B3591}"/>
              </a:ext>
            </a:extLst>
          </p:cNvPr>
          <p:cNvSpPr/>
          <p:nvPr/>
        </p:nvSpPr>
        <p:spPr>
          <a:xfrm>
            <a:off x="152398" y="4330745"/>
            <a:ext cx="3169921" cy="694945"/>
          </a:xfrm>
          <a:prstGeom prst="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24F26226-7A3C-B422-6737-3120DF30A8AA}"/>
              </a:ext>
            </a:extLst>
          </p:cNvPr>
          <p:cNvSpPr/>
          <p:nvPr/>
        </p:nvSpPr>
        <p:spPr>
          <a:xfrm>
            <a:off x="-2" y="4178345"/>
            <a:ext cx="3169921" cy="694945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Immagine 25" descr="Immagine che contiene modello, quadrato, Simmetria, Elementi grafici&#10;&#10;Descrizione generata automaticamente">
            <a:extLst>
              <a:ext uri="{FF2B5EF4-FFF2-40B4-BE49-F238E27FC236}">
                <a16:creationId xmlns:a16="http://schemas.microsoft.com/office/drawing/2014/main" id="{2E02F208-567E-B322-F371-9D63ED1E9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6561" y="3623992"/>
            <a:ext cx="1608580" cy="16085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3694D8-8CF5-4FE1-B692-77DAC5112306}"/>
              </a:ext>
            </a:extLst>
          </p:cNvPr>
          <p:cNvSpPr txBox="1"/>
          <p:nvPr/>
        </p:nvSpPr>
        <p:spPr>
          <a:xfrm>
            <a:off x="69482" y="5870192"/>
            <a:ext cx="12191999" cy="584775"/>
          </a:xfrm>
          <a:prstGeom prst="rect">
            <a:avLst/>
          </a:prstGeom>
          <a:noFill/>
          <a:effectLst>
            <a:reflection blurRad="6350" stA="50000" endA="300" endPos="64042" dir="5400000" sy="-100000" algn="bl" rotWithShape="0"/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it-IT" sz="3200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Cambia il tuo servizio, </a:t>
            </a:r>
            <a:r>
              <a:rPr lang="it-IT" sz="3200" b="0" i="0" dirty="0">
                <a:solidFill>
                  <a:srgbClr val="EA6DA6"/>
                </a:solidFill>
                <a:effectLst/>
                <a:latin typeface="Roboto" panose="02000000000000000000" pitchFamily="2" charset="0"/>
              </a:rPr>
              <a:t>cambia la tua esperienza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0DB56-26DE-4005-902B-2E68ACC2F5A6}"/>
              </a:ext>
            </a:extLst>
          </p:cNvPr>
          <p:cNvSpPr txBox="1"/>
          <p:nvPr/>
        </p:nvSpPr>
        <p:spPr>
          <a:xfrm>
            <a:off x="34738" y="4342225"/>
            <a:ext cx="316992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 err="1">
                <a:solidFill>
                  <a:schemeClr val="bg1"/>
                </a:solidFill>
              </a:rPr>
              <a:t>contactsrl.net</a:t>
            </a:r>
            <a:endParaRPr lang="it-IT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05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11D5AF0-0012-8AB9-ACF1-D31083F0C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87E41AD-8D7B-8AD8-8431-ADCD54DE2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7D4E9EE-BBBC-A255-E8E2-D64AD594635A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EA6DA6"/>
                </a:solidFill>
              </a:rPr>
              <a:t>Azienda</a:t>
            </a: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B77B6C-BB12-03A4-90DD-D17BDFC57D14}"/>
              </a:ext>
            </a:extLst>
          </p:cNvPr>
          <p:cNvSpPr txBox="1"/>
          <p:nvPr/>
        </p:nvSpPr>
        <p:spPr>
          <a:xfrm>
            <a:off x="231647" y="895784"/>
            <a:ext cx="1154380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it-IT" sz="1400" b="1" i="0" dirty="0">
                <a:solidFill>
                  <a:srgbClr val="0085C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Contact </a:t>
            </a:r>
            <a:r>
              <a:rPr lang="it-IT" sz="1400" b="1" i="0" dirty="0" err="1">
                <a:solidFill>
                  <a:srgbClr val="0085C2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srl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  nasce nel 2010, offrendo un servizio specializzato nel telemarketing.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La nostra squadra è composta da </a:t>
            </a:r>
            <a:r>
              <a:rPr lang="it-IT" sz="1400" dirty="0">
                <a:solidFill>
                  <a:srgbClr val="38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40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operatori esperti del telemarketing, all’interno di questo gruppo, </a:t>
            </a:r>
            <a:r>
              <a:rPr lang="it-IT" sz="1400" dirty="0">
                <a:solidFill>
                  <a:srgbClr val="38383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4 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operatori di lingua tedesca,1 lingua francese</a:t>
            </a: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Il team è formato da supervisor e team leader che ogni giorno vivono con passione e costanza il nostro lavoro.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Siamo appassionati di risultati e lavoriamo instancabilmente per garantire campagne di telemarketing.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Con un focus costante sulla qualità del servizio, ci impegniamo a superare le aspettative dei clienti, offrendo un supporto completo e personalizzato per soddisfare ogni vostra esigenza specifica.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Nella visone del nostro futuro consideriamo l’adozione di tecnologie ancora </a:t>
            </a:r>
            <a:r>
              <a:rPr lang="it-IT" sz="1400" b="0" i="0" dirty="0" err="1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piu’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avanzate per le analisi dei clienti , aspetto cruciale per comprendere sempre meglio le esigenze dei clienti e migliorare l’efficacia delle tue campagne.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3D7B294-376F-1563-26EB-5D7537EDE652}"/>
              </a:ext>
            </a:extLst>
          </p:cNvPr>
          <p:cNvSpPr/>
          <p:nvPr/>
        </p:nvSpPr>
        <p:spPr>
          <a:xfrm>
            <a:off x="0" y="6151380"/>
            <a:ext cx="12192000" cy="615507"/>
          </a:xfrm>
          <a:prstGeom prst="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2C5A2AE-3E3C-ADD4-7342-93FD62A734F3}"/>
              </a:ext>
            </a:extLst>
          </p:cNvPr>
          <p:cNvSpPr txBox="1"/>
          <p:nvPr/>
        </p:nvSpPr>
        <p:spPr>
          <a:xfrm>
            <a:off x="1467050" y="6194569"/>
            <a:ext cx="8933856" cy="7386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fontAlgn="base"/>
            <a:r>
              <a:rPr lang="it-IT" sz="1400" i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Vogliamo ampliare la nostra azienda per raggiugere nuovi mercati a aumentare la nostra presenza nel settore.</a:t>
            </a:r>
          </a:p>
          <a:p>
            <a:pPr algn="ctr" fontAlgn="base"/>
            <a:r>
              <a:rPr lang="it-IT" sz="1400" i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</a:rPr>
              <a:t>Affidatevi a noi per un percorso duraturo e prospero.</a:t>
            </a:r>
          </a:p>
          <a:p>
            <a:pPr algn="ctr"/>
            <a:endParaRPr lang="it-IT" sz="1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0404DAC-E009-3CCA-1C39-F5AF2034E366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413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F732F-389F-3C95-E97D-53C4551E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C266FFD-2107-033B-00C1-B2EDD80D7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A866B2C-B7F0-1C87-0E52-AD116145E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C596995B-F434-5A89-B3A5-7B632FAB2426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EA6DA6"/>
                </a:solidFill>
              </a:rPr>
              <a:t>Le </a:t>
            </a:r>
            <a:r>
              <a:rPr lang="en-US" dirty="0" err="1">
                <a:solidFill>
                  <a:srgbClr val="EA6DA6"/>
                </a:solidFill>
              </a:rPr>
              <a:t>nostre</a:t>
            </a:r>
            <a:r>
              <a:rPr lang="en-US" dirty="0">
                <a:solidFill>
                  <a:srgbClr val="EA6DA6"/>
                </a:solidFill>
              </a:rPr>
              <a:t> </a:t>
            </a:r>
            <a:r>
              <a:rPr lang="en-US" dirty="0" err="1">
                <a:solidFill>
                  <a:srgbClr val="EA6DA6"/>
                </a:solidFill>
              </a:rPr>
              <a:t>soluzioni</a:t>
            </a:r>
            <a:endParaRPr lang="en-US" dirty="0">
              <a:solidFill>
                <a:srgbClr val="EA6DA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A6FDE4B-03A1-BC59-DDD1-6E96205F7DAE}"/>
              </a:ext>
            </a:extLst>
          </p:cNvPr>
          <p:cNvSpPr txBox="1"/>
          <p:nvPr/>
        </p:nvSpPr>
        <p:spPr>
          <a:xfrm>
            <a:off x="231647" y="968936"/>
            <a:ext cx="1154380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Utilizziamo flussi di lavoro all’avanguardia, riduciamo la quantità di attività manuali ripetitive ottimizzando l’operatività degli operatori telefonici, consentendo loro di concentrarsi esclusivamente sul cliente.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sz="1400" b="1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Gli strumenti operativi in nostro possesso mirano a semplificare i processi, migliorare l’efficienza e massimizzare la soddisfazione del cliente, creando un ambiente lavorativo focalizzati sul raggiungimento dell’obiettivo. Offrire un servizio eccellente.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it-IT" sz="1400" b="1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Chiamate </a:t>
            </a:r>
            <a:r>
              <a:rPr lang="it-IT" sz="1400" b="1" i="0" dirty="0" err="1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Outbound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: Implementazione di campagne </a:t>
            </a:r>
            <a:r>
              <a:rPr lang="it-IT" sz="1400" b="0" i="0" dirty="0" err="1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outbound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 per la generazione di nuovi clienti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it-IT" sz="1400" b="1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Chiamate inbound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: Gestione delle chiamate inbound per assistenza ai clienti , informazione sui prodotti e sui prodotti e supporto tecnico, assicurando risposte tempestive e professionali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it-IT" sz="1400" b="1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Indagini di mercato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: Conduzione di sondaggi telefonici per raccogliere feedback dai clienti, analizzare il mercato per identificare trend per migliorare i servizi</a:t>
            </a:r>
          </a:p>
          <a:p>
            <a:pPr marL="285750" indent="-285750" algn="l" fontAlgn="base">
              <a:buFont typeface="Arial" panose="020B0604020202020204" pitchFamily="34" charset="0"/>
              <a:buChar char="•"/>
            </a:pPr>
            <a:r>
              <a:rPr lang="it-IT" sz="1400" b="1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Gestione appuntamenti</a:t>
            </a:r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: Implementazione di automazione delle chiamate per ottimizzare il tempo degli operatori e garantire la maggiore efficienza nelle campagne.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F5F4CEF-DAF8-A8C5-5113-CB2368D7CABE}"/>
              </a:ext>
            </a:extLst>
          </p:cNvPr>
          <p:cNvSpPr/>
          <p:nvPr/>
        </p:nvSpPr>
        <p:spPr>
          <a:xfrm>
            <a:off x="0" y="6151380"/>
            <a:ext cx="12192000" cy="615507"/>
          </a:xfrm>
          <a:prstGeom prst="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324D526-6BAC-D3C6-346E-92DAB31E68F6}"/>
              </a:ext>
            </a:extLst>
          </p:cNvPr>
          <p:cNvSpPr txBox="1"/>
          <p:nvPr/>
        </p:nvSpPr>
        <p:spPr>
          <a:xfrm>
            <a:off x="229542" y="6293891"/>
            <a:ext cx="1140889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Cambia il tuo servizio, cambia la tua esperienza, per maggiori informazioni visita il sito: </a:t>
            </a:r>
            <a:r>
              <a:rPr lang="it-IT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https://</a:t>
            </a:r>
            <a:r>
              <a:rPr lang="it-IT" b="1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contactsrl.net</a:t>
            </a:r>
            <a:r>
              <a:rPr lang="it-IT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/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7E76C0A-B2B8-6E21-062B-4BCD40D43070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897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D8A9-FFDC-64AB-3BD1-5A8C6C9A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E249C3DC-5265-50FE-9B01-4CDBC4FF1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866859E-A8B3-9286-BFFE-9DB99431E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E86BA9D-59F5-F184-7979-B1E8AE3A511F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EA6DA6"/>
                </a:solidFill>
              </a:rPr>
              <a:t>Le </a:t>
            </a:r>
            <a:r>
              <a:rPr lang="en-US" dirty="0" err="1">
                <a:solidFill>
                  <a:srgbClr val="EA6DA6"/>
                </a:solidFill>
              </a:rPr>
              <a:t>nostre</a:t>
            </a:r>
            <a:r>
              <a:rPr lang="en-US" dirty="0">
                <a:solidFill>
                  <a:srgbClr val="EA6DA6"/>
                </a:solidFill>
              </a:rPr>
              <a:t> </a:t>
            </a:r>
            <a:r>
              <a:rPr lang="en-US" dirty="0" err="1">
                <a:solidFill>
                  <a:srgbClr val="EA6DA6"/>
                </a:solidFill>
              </a:rPr>
              <a:t>soluzioni</a:t>
            </a:r>
            <a:endParaRPr lang="en-US" dirty="0">
              <a:solidFill>
                <a:srgbClr val="EA6DA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0547C18-519D-D437-90CC-A453EBC35138}"/>
              </a:ext>
            </a:extLst>
          </p:cNvPr>
          <p:cNvSpPr/>
          <p:nvPr/>
        </p:nvSpPr>
        <p:spPr>
          <a:xfrm>
            <a:off x="0" y="6151380"/>
            <a:ext cx="12192000" cy="615507"/>
          </a:xfrm>
          <a:prstGeom prst="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E404437-C63B-37E9-A922-A20AA5C90B0C}"/>
              </a:ext>
            </a:extLst>
          </p:cNvPr>
          <p:cNvSpPr txBox="1"/>
          <p:nvPr/>
        </p:nvSpPr>
        <p:spPr>
          <a:xfrm>
            <a:off x="229542" y="6293891"/>
            <a:ext cx="1140889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Cambia il tuo servizio, cambia la tua esperienza, per maggiori informazioni visita il sito: </a:t>
            </a:r>
            <a:r>
              <a:rPr lang="it-IT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https://</a:t>
            </a:r>
            <a:r>
              <a:rPr lang="it-IT" b="1" i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contactsrl.net</a:t>
            </a:r>
            <a:r>
              <a:rPr lang="it-IT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/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CD6476C-7B14-B926-B0AE-7E3A797C1B35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 descr="Immagine che contiene schermata, Elementi grafici, cerchio, grafica&#10;&#10;Descrizione generata automaticamente">
            <a:extLst>
              <a:ext uri="{FF2B5EF4-FFF2-40B4-BE49-F238E27FC236}">
                <a16:creationId xmlns:a16="http://schemas.microsoft.com/office/drawing/2014/main" id="{BF1134BB-168B-0F88-8E3F-A88C6F0D9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69" y="12193"/>
            <a:ext cx="11330501" cy="467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1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1AE1B-7406-15C9-4FDB-2CE49F757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851EFCC-D6F9-B25F-4853-1041AC579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B8764BE-9A50-E0A4-A0E7-486565F0D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716F268F-8120-33EB-876C-AF90428E2519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EA6DA6"/>
                </a:solidFill>
              </a:rPr>
              <a:t>Formazione</a:t>
            </a:r>
            <a:endParaRPr lang="en-US" dirty="0">
              <a:solidFill>
                <a:srgbClr val="EA6DA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B93F3A-B384-E657-5E10-81C355FE53C7}"/>
              </a:ext>
            </a:extLst>
          </p:cNvPr>
          <p:cNvSpPr txBox="1"/>
          <p:nvPr/>
        </p:nvSpPr>
        <p:spPr>
          <a:xfrm>
            <a:off x="231647" y="968936"/>
            <a:ext cx="115438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La formazione del personale in un’azienda è un processo fondamentale per garantire che i dipendenti acquisiscano le competenze necessarie per svolgere efficacemente il loro lavoro.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sz="1400" b="1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Sviluppiamo corsi in aula , sessioni online , mentoring.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sz="1400" b="1" i="0" dirty="0">
                <a:solidFill>
                  <a:srgbClr val="EA6DA6"/>
                </a:solidFill>
                <a:effectLst/>
                <a:latin typeface="Roboto" panose="02000000000000000000" pitchFamily="2" charset="0"/>
              </a:rPr>
              <a:t>L’obiettivo è migliorare le prestazioni dei dipendenti, aumentare la soddisfazione sul lavoro e contribuire alla crescita complessiva dell’azienda.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sz="1400" b="0" i="0" dirty="0">
                <a:solidFill>
                  <a:srgbClr val="383838"/>
                </a:solidFill>
                <a:effectLst/>
                <a:latin typeface="Roboto" panose="02000000000000000000" pitchFamily="2" charset="0"/>
              </a:rPr>
              <a:t>La valutazione delle esigenze di formazione, la progettazione di programmi efficaci e la valutazione dei risultati sono componenti chiave nel processo di formazione del personale.</a:t>
            </a:r>
          </a:p>
          <a:p>
            <a:pPr algn="l" fontAlgn="base"/>
            <a:endParaRPr lang="it-IT" sz="1400" b="0" i="0" dirty="0">
              <a:solidFill>
                <a:srgbClr val="383838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BA8955F-01F7-2D2C-66D0-3955196B3231}"/>
              </a:ext>
            </a:extLst>
          </p:cNvPr>
          <p:cNvSpPr/>
          <p:nvPr/>
        </p:nvSpPr>
        <p:spPr>
          <a:xfrm>
            <a:off x="0" y="6151380"/>
            <a:ext cx="12192000" cy="615507"/>
          </a:xfrm>
          <a:prstGeom prst="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9AA6241-E437-187A-2AE9-4D5B972EFE0C}"/>
              </a:ext>
            </a:extLst>
          </p:cNvPr>
          <p:cNvSpPr txBox="1"/>
          <p:nvPr/>
        </p:nvSpPr>
        <p:spPr>
          <a:xfrm>
            <a:off x="302694" y="6293891"/>
            <a:ext cx="1095844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it-IT" sz="18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Un approccio ben sfruttato alla formazione contribuisce sempre al successo a lungo termini dell’azienda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D946E8E-374A-FD72-BF8F-816F826CE899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601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CFEEA-71C2-F63D-B782-B0F67F71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41F3B057-B9E5-0BE2-D1C7-E30BA8977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6FCB492-A180-4E00-13A6-3241EDC85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E1F0766-BD31-B821-7B8C-29C1A19FE9A7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EA6DA6"/>
                </a:solidFill>
              </a:rPr>
              <a:t>Perché</a:t>
            </a:r>
            <a:r>
              <a:rPr lang="en-US" dirty="0">
                <a:solidFill>
                  <a:srgbClr val="EA6DA6"/>
                </a:solidFill>
              </a:rPr>
              <a:t> </a:t>
            </a:r>
            <a:r>
              <a:rPr lang="en-US" dirty="0" err="1">
                <a:solidFill>
                  <a:srgbClr val="EA6DA6"/>
                </a:solidFill>
              </a:rPr>
              <a:t>sceglierci</a:t>
            </a:r>
            <a:endParaRPr lang="en-US" dirty="0">
              <a:solidFill>
                <a:srgbClr val="EA6DA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E6662E5-4B09-9E2A-D074-1DBC8E07C527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BEBCB4C5-3B0E-DEB3-7975-A6FC927F1F53}"/>
              </a:ext>
            </a:extLst>
          </p:cNvPr>
          <p:cNvSpPr/>
          <p:nvPr/>
        </p:nvSpPr>
        <p:spPr>
          <a:xfrm>
            <a:off x="302694" y="1170431"/>
            <a:ext cx="11426010" cy="1517211"/>
          </a:xfrm>
          <a:prstGeom prst="roundRect">
            <a:avLst/>
          </a:prstGeom>
          <a:solidFill>
            <a:srgbClr val="EA6D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it-IT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Esperienza comprovata</a:t>
            </a:r>
          </a:p>
          <a:p>
            <a:pPr algn="l" fontAlgn="base"/>
            <a:r>
              <a:rPr lang="it-IT" sz="1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L'esperienza di anni nel settore della telefonia aziendale ci ha fornito una prospettiva unica sulle esigenze delle aziende in termini di comunicazione. La nostra missione è garantire soluzioni di alta qualità che superino le aspettative dei nostri clienti.</a:t>
            </a:r>
          </a:p>
          <a:p>
            <a:pPr algn="ctr"/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026ECEEB-60ED-8969-352C-09090A05E3E0}"/>
              </a:ext>
            </a:extLst>
          </p:cNvPr>
          <p:cNvSpPr/>
          <p:nvPr/>
        </p:nvSpPr>
        <p:spPr>
          <a:xfrm>
            <a:off x="302694" y="2860926"/>
            <a:ext cx="11426010" cy="1517211"/>
          </a:xfrm>
          <a:prstGeom prst="round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it-IT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Affidabilità</a:t>
            </a:r>
          </a:p>
          <a:p>
            <a:pPr algn="l" fontAlgn="base"/>
            <a:r>
              <a:rPr lang="it-IT" sz="1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L'accesso a servizi affidabili è cruciale per la continuità operativa e la produttività delle aziende. La nostra missione è offrire non solo una connettività stabile e costante, ma anche supporto tempestivo per risolvere qualsiasi problema possa interferire con le attività quotidiane della tua azienda.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5686392-5D9D-3121-C7B9-4D54B796071D}"/>
              </a:ext>
            </a:extLst>
          </p:cNvPr>
          <p:cNvSpPr/>
          <p:nvPr/>
        </p:nvSpPr>
        <p:spPr>
          <a:xfrm>
            <a:off x="302694" y="4518519"/>
            <a:ext cx="11426010" cy="1517211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fontAlgn="base"/>
            <a:r>
              <a:rPr lang="it-IT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Personalizzazione</a:t>
            </a:r>
          </a:p>
          <a:p>
            <a:pPr algn="l" fontAlgn="base"/>
            <a:r>
              <a:rPr lang="it-IT" sz="1400" b="0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La nostra squadra è pronta a garantire che i servizi offerti siano affidabili, efficienti e in grado di adattarsi alle esigenze mutevoli del tuo business. Siamo qui per sostenerti in modo che tu possa concentrarti sul far crescere la tua azienda, sapendo che la tua connettività e i tuoi servizi di comunicazione sono nelle mani di professionisti fidati.</a:t>
            </a:r>
          </a:p>
        </p:txBody>
      </p:sp>
    </p:spTree>
    <p:extLst>
      <p:ext uri="{BB962C8B-B14F-4D97-AF65-F5344CB8AC3E}">
        <p14:creationId xmlns:p14="http://schemas.microsoft.com/office/powerpoint/2010/main" val="163459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BC35-20C5-E15B-EF08-795AC03B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DBC7E92-2C66-9E52-E18A-8E2A9274D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9279"/>
            <a:ext cx="12192971" cy="426076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2D51852E-F9A5-0220-93B4-391D58047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681" y="61889"/>
            <a:ext cx="3336105" cy="974431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63AFFE16-B28C-2EAD-7266-F0A324CF28FF}"/>
              </a:ext>
            </a:extLst>
          </p:cNvPr>
          <p:cNvSpPr txBox="1">
            <a:spLocks/>
          </p:cNvSpPr>
          <p:nvPr/>
        </p:nvSpPr>
        <p:spPr>
          <a:xfrm>
            <a:off x="29350" y="410502"/>
            <a:ext cx="3553527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rgbClr val="EA6DA6"/>
                </a:solidFill>
              </a:rPr>
              <a:t>Contatti</a:t>
            </a:r>
            <a:endParaRPr lang="en-US" dirty="0">
              <a:solidFill>
                <a:srgbClr val="EA6DA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EA6DA6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ED1A1D-5120-C1D5-7C08-4622A7AAAFC0}"/>
              </a:ext>
            </a:extLst>
          </p:cNvPr>
          <p:cNvSpPr txBox="1"/>
          <p:nvPr/>
        </p:nvSpPr>
        <p:spPr>
          <a:xfrm>
            <a:off x="231647" y="968936"/>
            <a:ext cx="115438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it-IT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Contact SRL</a:t>
            </a:r>
          </a:p>
          <a:p>
            <a:pPr algn="l" fontAlgn="base"/>
            <a:endParaRPr lang="it-IT" b="0" i="0" dirty="0">
              <a:solidFill>
                <a:srgbClr val="0085C2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Sede legale: Via Pio la Torre snc, Carini 90044 (Palermo) </a:t>
            </a:r>
          </a:p>
          <a:p>
            <a:pPr algn="l" fontAlgn="base"/>
            <a:endParaRPr lang="it-IT" b="0" i="0" dirty="0">
              <a:solidFill>
                <a:srgbClr val="0085C2"/>
              </a:solidFill>
              <a:effectLst/>
              <a:latin typeface="Roboto" panose="02000000000000000000" pitchFamily="2" charset="0"/>
            </a:endParaRPr>
          </a:p>
          <a:p>
            <a:pPr algn="l" fontAlgn="base"/>
            <a:r>
              <a:rPr lang="it-IT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Partita IVA  06017960821</a:t>
            </a:r>
          </a:p>
          <a:p>
            <a:pPr algn="l" fontAlgn="base"/>
            <a:endParaRPr lang="it-IT" dirty="0">
              <a:solidFill>
                <a:srgbClr val="0085C2"/>
              </a:solidFill>
              <a:latin typeface="Roboto" panose="02000000000000000000" pitchFamily="2" charset="0"/>
            </a:endParaRPr>
          </a:p>
          <a:p>
            <a:pPr fontAlgn="base"/>
            <a:r>
              <a:rPr lang="it-IT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Telefono : +39  091 8433088</a:t>
            </a:r>
          </a:p>
          <a:p>
            <a:pPr fontAlgn="base"/>
            <a:endParaRPr lang="it-IT" dirty="0">
              <a:solidFill>
                <a:srgbClr val="0085C2"/>
              </a:solidFill>
              <a:latin typeface="Roboto" panose="02000000000000000000" pitchFamily="2" charset="0"/>
            </a:endParaRPr>
          </a:p>
          <a:p>
            <a:pPr fontAlgn="base"/>
            <a:r>
              <a:rPr lang="it-IT" b="0" i="0" dirty="0">
                <a:solidFill>
                  <a:srgbClr val="0085C2"/>
                </a:solidFill>
                <a:effectLst/>
                <a:latin typeface="Roboto" panose="02000000000000000000" pitchFamily="2" charset="0"/>
              </a:rPr>
              <a:t>Cell: +39 3203684436</a:t>
            </a:r>
          </a:p>
          <a:p>
            <a:pPr algn="l" fontAlgn="base"/>
            <a:endParaRPr lang="it-IT" sz="1400" b="0" i="0" u="sng" dirty="0">
              <a:solidFill>
                <a:srgbClr val="0085C2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8C06D69-9F15-60F9-FE6F-4393C8B81CC6}"/>
              </a:ext>
            </a:extLst>
          </p:cNvPr>
          <p:cNvSpPr/>
          <p:nvPr/>
        </p:nvSpPr>
        <p:spPr>
          <a:xfrm>
            <a:off x="-25514" y="324145"/>
            <a:ext cx="109728" cy="544083"/>
          </a:xfrm>
          <a:prstGeom prst="rect">
            <a:avLst/>
          </a:prstGeom>
          <a:solidFill>
            <a:srgbClr val="0085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 descr="Immagine che contiene modello, quadrato, Simmetria, Elementi grafici&#10;&#10;Descrizione generata automaticamente">
            <a:extLst>
              <a:ext uri="{FF2B5EF4-FFF2-40B4-BE49-F238E27FC236}">
                <a16:creationId xmlns:a16="http://schemas.microsoft.com/office/drawing/2014/main" id="{4028CEEB-A0A0-D060-38B6-1AB7F2F82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77" y="1457015"/>
            <a:ext cx="1608580" cy="160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3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1209D1-D6D2-4A73-B72D-BA783EBA6C35}"/>
              </a:ext>
            </a:extLst>
          </p:cNvPr>
          <p:cNvSpPr txBox="1"/>
          <p:nvPr/>
        </p:nvSpPr>
        <p:spPr>
          <a:xfrm>
            <a:off x="126582" y="5825065"/>
            <a:ext cx="4519617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929EE3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091424"/>
      </a:accent5>
      <a:accent6>
        <a:srgbClr val="B4BCEC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667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Arial</vt:lpstr>
      <vt:lpstr>Calibri</vt:lpstr>
      <vt:lpstr>Roboto</vt:lpstr>
      <vt:lpstr>Cover and End Slide Master</vt:lpstr>
      <vt:lpstr>Contents Slide Master</vt:lpstr>
      <vt:lpstr>Section Break Slide Master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Daniela Di Fazio</cp:lastModifiedBy>
  <cp:revision>68</cp:revision>
  <dcterms:created xsi:type="dcterms:W3CDTF">2020-01-20T05:08:25Z</dcterms:created>
  <dcterms:modified xsi:type="dcterms:W3CDTF">2026-08-25T08:26:52Z</dcterms:modified>
</cp:coreProperties>
</file>